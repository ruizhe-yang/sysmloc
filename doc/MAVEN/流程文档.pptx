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14" y="-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A2962-3AAB-E1C1-CD86-11B8DE11C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F8095A-109F-A33A-21F2-649FA0345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B8842-EF97-43E3-15C8-C6CEF7E6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C6120-0ED3-6A25-D7A3-7B84D302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52861-C6CD-35D1-62EB-F496A5F7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716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661DC-DAA9-D374-27A3-B3532B13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5B5FF4-611E-C942-F4D4-4AE8235CD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4DB33A-4A35-F139-E34A-62791F59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27EB5F-AD8D-5B06-F895-6AFD6F704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4BA7AE-476A-D055-C793-E3147BCDE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472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86C01-33D3-1E15-DA9D-E0057929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FBF1C7-B6E6-2CD9-CE9D-F35988150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8A3-7DAA-B9CF-E9F1-AE9A7A469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1D7672-9C02-8C5D-46F8-6B9AE151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85E60-E7F3-4A80-DD2E-C0080D1D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217DF5-4F67-55D5-6E9D-801785E6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C285E5-104A-8555-C8DA-AAF7BB2A8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F20C17-293F-0A36-7D50-E4E02BE77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C99616-BBF6-8DD3-9421-F2316F0D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38DFBB-4BEC-F50B-34F8-A4D0614E7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05CAFC-70FF-5BDB-9C40-F58868ED7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74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F6966-CCE4-D105-8A18-8AB97B58B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2CB2F0-E50B-2947-6BEC-C1F79D5F2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D84419-4CB9-0499-9565-DFBE845C1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E3C23D-09C3-A54E-BAA3-1BCD755AB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31C0A3-8D84-8ED3-888E-4D2615AE1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F34B8D-D446-4677-3ED0-F1A627086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8066A7-6F00-CECD-6B0D-200D5B13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CD5EB4-BDDF-1BD1-74E7-3F629276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03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AA87B-093A-EC5B-3300-BBBFD1B8C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DE7889-48D5-F560-4782-DA37EE22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C35059-7CB9-F4AF-CCB3-A2D5720A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C6EFD3-5D37-F269-2EC6-077437B1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27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509E51-B5A9-3EAA-83F3-57AE9B88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CC51E8-2313-F1AD-7170-7AE0C4CB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A8C1E-27C2-E2DE-1117-9FFF964F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38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2A46B-9EA6-1891-1F04-E484A3DD7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77A45A-E89D-8C40-7DFF-0983CBCF6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DE2810-1698-8069-A9E6-B6D4BE560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F1058C-2F2A-1268-8469-6EEF9818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B739D1-524A-8955-80E8-5BBC77277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3459B-7988-D432-A462-690F4D87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899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9CC46-ECE4-DB77-1127-E027C5B0F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3ACCE3-C437-5C28-4B96-225C93382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972731-1562-F228-229A-C7489491D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40D3AF-AAE9-25BD-136D-A8A339A74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5929D4-5739-E308-AE72-B583534F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9DC4BA-7441-16C8-AC2F-CD1D28C9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12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15694-5FFC-348D-67A0-83A19DF4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7AD0A2-58CF-100D-89FE-32C9E1C6C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4C9014-18C8-1CBC-7D91-109A9D9AD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81ED56-B326-6824-CB34-E17688517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3B0A93-F0C2-83ED-17CB-7F4BC033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43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C0A512-CA97-B0D2-F727-CC1D142455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4E11D9-81BB-E4E0-122A-6837C8E75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91EB46-32C6-482B-A585-D4E0096BB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FDA754-FFD1-1FA0-AFC0-5CD7EC6E1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96C389-02C2-B146-582F-FAD7292F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31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E4B16B-DC06-8B50-E52B-A8CD1AF44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D77D81-F905-1FD3-4717-DD5D44647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DED0D7-8AC4-9862-2118-AE8A0CF16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ECDF7-7B7E-4B99-BF1C-5353C24890D5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5DEDDC-31B5-EE48-E58A-E9D4838AB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DF7BC8-B65C-16F1-9C92-ECEFEEAFF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8BA30-F008-4518-9372-7AAF9409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17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75E3D3F1-DED2-AF6E-9ED9-36738DC22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40" y="563087"/>
            <a:ext cx="3777113" cy="3720738"/>
          </a:xfrm>
          <a:prstGeom prst="rect">
            <a:avLst/>
          </a:prstGeom>
        </p:spPr>
      </p:pic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9C0F030-FF67-4E12-37CB-91C4E14F4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883" y="1433036"/>
            <a:ext cx="3449436" cy="39919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B54E5A6-939B-CA2C-F3CB-97FCD5B67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694" y="5762005"/>
            <a:ext cx="8066667" cy="400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7E95554-D3F2-8E2F-0BC9-599709376D03}"/>
              </a:ext>
            </a:extLst>
          </p:cNvPr>
          <p:cNvSpPr txBox="1"/>
          <p:nvPr/>
        </p:nvSpPr>
        <p:spPr>
          <a:xfrm>
            <a:off x="411910" y="193755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导出</a:t>
            </a:r>
            <a:r>
              <a:rPr lang="en-US" altLang="zh-CN"/>
              <a:t>Jar</a:t>
            </a:r>
            <a:r>
              <a:rPr lang="zh-CN" altLang="en-US"/>
              <a:t>文件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8235E8-FF29-D116-371E-4C90903E6814}"/>
              </a:ext>
            </a:extLst>
          </p:cNvPr>
          <p:cNvSpPr txBox="1"/>
          <p:nvPr/>
        </p:nvSpPr>
        <p:spPr>
          <a:xfrm>
            <a:off x="3998626" y="6294913"/>
            <a:ext cx="5073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这个</a:t>
            </a:r>
            <a:r>
              <a:rPr lang="en-US" altLang="zh-CN"/>
              <a:t>Jar</a:t>
            </a:r>
            <a:r>
              <a:rPr lang="zh-CN" altLang="en-US"/>
              <a:t>文件还只是一个库，还需要补充齐依赖库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75C892-85FC-7467-4948-98038D47848F}"/>
              </a:ext>
            </a:extLst>
          </p:cNvPr>
          <p:cNvSpPr txBox="1"/>
          <p:nvPr/>
        </p:nvSpPr>
        <p:spPr>
          <a:xfrm>
            <a:off x="2468202" y="193755"/>
            <a:ext cx="5012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本</a:t>
            </a:r>
            <a:r>
              <a:rPr lang="en-US" altLang="zh-CN"/>
              <a:t>JAVA</a:t>
            </a:r>
            <a:r>
              <a:rPr lang="zh-CN" altLang="en-US"/>
              <a:t>库需要在</a:t>
            </a:r>
            <a:r>
              <a:rPr lang="en-US" altLang="zh-CN"/>
              <a:t>JAVA21</a:t>
            </a:r>
            <a:r>
              <a:rPr lang="zh-CN" altLang="en-US"/>
              <a:t>和</a:t>
            </a:r>
            <a:r>
              <a:rPr lang="en-US" altLang="zh-CN"/>
              <a:t>MAVEN21</a:t>
            </a:r>
            <a:r>
              <a:rPr lang="zh-CN" altLang="en-US"/>
              <a:t>环境下运行</a:t>
            </a:r>
          </a:p>
        </p:txBody>
      </p:sp>
    </p:spTree>
    <p:extLst>
      <p:ext uri="{BB962C8B-B14F-4D97-AF65-F5344CB8AC3E}">
        <p14:creationId xmlns:p14="http://schemas.microsoft.com/office/powerpoint/2010/main" val="116905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CCF54E0-301E-5110-54AE-3F76284FCA40}"/>
              </a:ext>
            </a:extLst>
          </p:cNvPr>
          <p:cNvSpPr txBox="1"/>
          <p:nvPr/>
        </p:nvSpPr>
        <p:spPr>
          <a:xfrm>
            <a:off x="411909" y="183122"/>
            <a:ext cx="109223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把这个</a:t>
            </a:r>
            <a:r>
              <a:rPr lang="en-US" altLang="zh-CN"/>
              <a:t>Jar</a:t>
            </a:r>
            <a:r>
              <a:rPr lang="zh-CN" altLang="en-US"/>
              <a:t>文件安装到本地仓库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mvn install:install-file ^</a:t>
            </a:r>
          </a:p>
          <a:p>
            <a:r>
              <a:rPr lang="en-US" altLang="zh-CN"/>
              <a:t>  -Dfile="C:\Users\yangr\Desktop\plugins\plugins\dut.control.sysmloc_1.0.0.202512201412.jar" ^</a:t>
            </a:r>
          </a:p>
          <a:p>
            <a:r>
              <a:rPr lang="en-US" altLang="zh-CN"/>
              <a:t>  -DgroupId=dut.control ^</a:t>
            </a:r>
          </a:p>
          <a:p>
            <a:r>
              <a:rPr lang="en-US" altLang="zh-CN"/>
              <a:t>  -DartifactId=sysmloc-runtime ^</a:t>
            </a:r>
          </a:p>
          <a:p>
            <a:r>
              <a:rPr lang="en-US" altLang="zh-CN"/>
              <a:t>  -Dversion=1.0.0 ^</a:t>
            </a:r>
          </a:p>
          <a:p>
            <a:r>
              <a:rPr lang="en-US" altLang="zh-CN"/>
              <a:t>  -Dpackaging=jar</a:t>
            </a:r>
          </a:p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7CA97F-E3C1-D208-C463-C4B8C95A1CB8}"/>
              </a:ext>
            </a:extLst>
          </p:cNvPr>
          <p:cNvSpPr txBox="1"/>
          <p:nvPr/>
        </p:nvSpPr>
        <p:spPr>
          <a:xfrm>
            <a:off x="737735" y="5705393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然后在这个地址生成一个</a:t>
            </a:r>
            <a:r>
              <a:rPr lang="en-US" altLang="zh-CN"/>
              <a:t>dut</a:t>
            </a:r>
            <a:r>
              <a:rPr lang="zh-CN" altLang="en-US"/>
              <a:t>开头的文件夹，也就是本地库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C:\Users\yangr\.m2\repository</a:t>
            </a:r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C2B42CB0-8915-1AA8-87F6-167132C27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75" y="2541181"/>
            <a:ext cx="6429724" cy="2942813"/>
          </a:xfrm>
          <a:prstGeom prst="rect">
            <a:avLst/>
          </a:prstGeom>
        </p:spPr>
      </p:pic>
      <p:pic>
        <p:nvPicPr>
          <p:cNvPr id="12" name="图片 11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44956ACD-5E9A-2DF4-AB07-2B0412D1D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228" y="4731632"/>
            <a:ext cx="4148730" cy="143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78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7BCC457-A6D9-F45D-6224-FF0C8AAF6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452" y="6014323"/>
            <a:ext cx="9656104" cy="620437"/>
          </a:xfrm>
          <a:prstGeom prst="rect">
            <a:avLst/>
          </a:prstGeom>
        </p:spPr>
      </p:pic>
      <p:pic>
        <p:nvPicPr>
          <p:cNvPr id="11" name="图片 10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87C01720-64EB-14C5-FE58-CD0BC3EAF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048" y="2766309"/>
            <a:ext cx="4644656" cy="248681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6E16A6A-2F74-8CAE-07A9-28FD008144D3}"/>
              </a:ext>
            </a:extLst>
          </p:cNvPr>
          <p:cNvSpPr txBox="1"/>
          <p:nvPr/>
        </p:nvSpPr>
        <p:spPr>
          <a:xfrm>
            <a:off x="323066" y="282788"/>
            <a:ext cx="10798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接下来想办法把其他的依赖库加进来，并做测试，以证明确实打包进来了。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E606BB-6982-D1D5-9AEA-8BA90FE7872C}"/>
              </a:ext>
            </a:extLst>
          </p:cNvPr>
          <p:cNvSpPr txBox="1"/>
          <p:nvPr/>
        </p:nvSpPr>
        <p:spPr>
          <a:xfrm>
            <a:off x="323066" y="903791"/>
            <a:ext cx="109474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【</a:t>
            </a:r>
            <a:r>
              <a:rPr lang="zh-CN" altLang="en-US"/>
              <a:t>跳过这步</a:t>
            </a:r>
            <a:r>
              <a:rPr lang="en-US" altLang="zh-CN"/>
              <a:t>】</a:t>
            </a:r>
            <a:r>
              <a:rPr lang="zh-CN" altLang="en-US"/>
              <a:t>找个地址（这里面我选的是之前那个</a:t>
            </a:r>
            <a:r>
              <a:rPr lang="en-US" altLang="zh-CN"/>
              <a:t>C:\Users\yangr\Desktop\plugins\plugins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一方面，可以生成。</a:t>
            </a:r>
            <a:endParaRPr lang="en-US" altLang="zh-CN"/>
          </a:p>
          <a:p>
            <a:r>
              <a:rPr lang="en-US" altLang="zh-CN"/>
              <a:t>mvn -q archetype:generate ^</a:t>
            </a:r>
          </a:p>
          <a:p>
            <a:r>
              <a:rPr lang="en-US" altLang="zh-CN"/>
              <a:t>  -DgroupId=dut.control ^</a:t>
            </a:r>
          </a:p>
          <a:p>
            <a:r>
              <a:rPr lang="en-US" altLang="zh-CN"/>
              <a:t>  -DartifactId=sysmloc-cli ^</a:t>
            </a:r>
          </a:p>
          <a:p>
            <a:r>
              <a:rPr lang="en-US" altLang="zh-CN"/>
              <a:t>  -DarchetypeArtifactId=maven-archetype-quickstart ^</a:t>
            </a:r>
          </a:p>
          <a:p>
            <a:r>
              <a:rPr lang="en-US" altLang="zh-CN"/>
              <a:t>  -DinteractiveMode=false</a:t>
            </a:r>
          </a:p>
          <a:p>
            <a:r>
              <a:rPr lang="en-US" altLang="zh-CN"/>
              <a:t>cd sysmloc-cli</a:t>
            </a:r>
          </a:p>
          <a:p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DA06D7-9DCE-75D7-0EBD-AD76BD6CEE18}"/>
              </a:ext>
            </a:extLst>
          </p:cNvPr>
          <p:cNvSpPr txBox="1"/>
          <p:nvPr/>
        </p:nvSpPr>
        <p:spPr>
          <a:xfrm>
            <a:off x="248638" y="3429000"/>
            <a:ext cx="111686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解压缩名为</a:t>
            </a:r>
            <a:r>
              <a:rPr lang="en-US" altLang="zh-CN"/>
              <a:t>sysmloc-cli.zip</a:t>
            </a:r>
            <a:r>
              <a:rPr lang="zh-CN" altLang="en-US"/>
              <a:t>，进去</a:t>
            </a:r>
            <a:endParaRPr lang="en-US" altLang="zh-CN"/>
          </a:p>
          <a:p>
            <a:r>
              <a:rPr lang="en-US" altLang="zh-CN"/>
              <a:t>Cmd</a:t>
            </a:r>
            <a:r>
              <a:rPr lang="zh-CN" altLang="en-US"/>
              <a:t>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mvn -q clean package</a:t>
            </a:r>
          </a:p>
          <a:p>
            <a:endParaRPr lang="en-US" altLang="zh-CN"/>
          </a:p>
          <a:p>
            <a:r>
              <a:rPr lang="zh-CN" altLang="en-US"/>
              <a:t>会生成一个</a:t>
            </a:r>
            <a:r>
              <a:rPr lang="en-US" altLang="zh-CN"/>
              <a:t>target</a:t>
            </a:r>
            <a:r>
              <a:rPr lang="zh-CN" altLang="en-US"/>
              <a:t>的文件夹，里面的</a:t>
            </a:r>
            <a:r>
              <a:rPr lang="en-US" altLang="zh-CN"/>
              <a:t>all.jar</a:t>
            </a:r>
            <a:r>
              <a:rPr lang="zh-CN" altLang="en-US"/>
              <a:t>应该就是需要的东西。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java -jar target\sysmloc-cli-1.0-SNAPSHOT-all.jar C:\Users\yangr\Desktop\plugins\plugins\sysmloc-cli\VehicleDefinitions.sysml</a:t>
            </a:r>
          </a:p>
          <a:p>
            <a:endParaRPr lang="en-US" altLang="zh-CN"/>
          </a:p>
          <a:p>
            <a:r>
              <a:rPr lang="zh-CN" altLang="en-US"/>
              <a:t>如图测试成功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3609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267</Words>
  <Application>Microsoft Office PowerPoint</Application>
  <PresentationFormat>宽屏</PresentationFormat>
  <Paragraphs>33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Ruizhe Yang</dc:creator>
  <cp:lastModifiedBy>Ruizhe Yang</cp:lastModifiedBy>
  <cp:revision>9</cp:revision>
  <dcterms:created xsi:type="dcterms:W3CDTF">2025-12-20T12:17:29Z</dcterms:created>
  <dcterms:modified xsi:type="dcterms:W3CDTF">2025-12-20T13:00:22Z</dcterms:modified>
</cp:coreProperties>
</file>