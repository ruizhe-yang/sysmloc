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2" r:id="rId2"/>
  </p:sldIdLst>
  <p:sldSz cx="9906000" cy="6858000" type="A4"/>
  <p:notesSz cx="6797675" cy="9929813"/>
  <p:defaultTextStyle>
    <a:defPPr>
      <a:defRPr lang="en-US"/>
    </a:defPPr>
    <a:lvl1pPr marL="0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8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55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10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38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65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93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21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izhe Yang" initials="RY" lastIdx="1" clrIdx="0">
    <p:extLst>
      <p:ext uri="{19B8F6BF-5375-455C-9EA6-DF929625EA0E}">
        <p15:presenceInfo xmlns:p15="http://schemas.microsoft.com/office/powerpoint/2012/main" userId="1f4dbac11b4521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3857"/>
    <a:srgbClr val="5A39FF"/>
    <a:srgbClr val="AB3000"/>
    <a:srgbClr val="7F0055"/>
    <a:srgbClr val="2A00FF"/>
    <a:srgbClr val="F6C803"/>
    <a:srgbClr val="7F7F7F"/>
    <a:srgbClr val="2F5597"/>
    <a:srgbClr val="0070C0"/>
    <a:srgbClr val="991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08" autoAdjust="0"/>
  </p:normalViewPr>
  <p:slideViewPr>
    <p:cSldViewPr snapToGrid="0">
      <p:cViewPr varScale="1">
        <p:scale>
          <a:sx n="152" d="100"/>
          <a:sy n="152" d="100"/>
        </p:scale>
        <p:origin x="1500" y="13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zhe Yang" userId="1f4dbac11b4521d8" providerId="LiveId" clId="{0092FCA5-30B9-457D-896B-50DD7B730A8B}"/>
    <pc:docChg chg="undo custSel addSld delSld modSld sldOrd modMainMaster">
      <pc:chgData name="Ruizhe Yang" userId="1f4dbac11b4521d8" providerId="LiveId" clId="{0092FCA5-30B9-457D-896B-50DD7B730A8B}" dt="2024-04-14T08:05:33.878" v="1079"/>
      <pc:docMkLst>
        <pc:docMk/>
      </pc:docMkLst>
      <pc:sldChg chg="addSp delSp modSp new mod setBg">
        <pc:chgData name="Ruizhe Yang" userId="1f4dbac11b4521d8" providerId="LiveId" clId="{0092FCA5-30B9-457D-896B-50DD7B730A8B}" dt="2024-04-14T07:50:04.314" v="864" actId="1076"/>
        <pc:sldMkLst>
          <pc:docMk/>
          <pc:sldMk cId="4085031784" sldId="256"/>
        </pc:sldMkLst>
        <pc:spChg chg="del">
          <ac:chgData name="Ruizhe Yang" userId="1f4dbac11b4521d8" providerId="LiveId" clId="{0092FCA5-30B9-457D-896B-50DD7B730A8B}" dt="2024-04-14T07:29:24.966" v="1" actId="478"/>
          <ac:spMkLst>
            <pc:docMk/>
            <pc:sldMk cId="4085031784" sldId="256"/>
            <ac:spMk id="2" creationId="{F7C0C5FD-ECCF-5765-2481-9C1247B878A7}"/>
          </ac:spMkLst>
        </pc:spChg>
        <pc:spChg chg="del">
          <ac:chgData name="Ruizhe Yang" userId="1f4dbac11b4521d8" providerId="LiveId" clId="{0092FCA5-30B9-457D-896B-50DD7B730A8B}" dt="2024-04-14T07:29:25.988" v="2" actId="478"/>
          <ac:spMkLst>
            <pc:docMk/>
            <pc:sldMk cId="4085031784" sldId="256"/>
            <ac:spMk id="3" creationId="{2409F218-B88F-220A-3843-49721D15ED53}"/>
          </ac:spMkLst>
        </pc:spChg>
        <pc:spChg chg="add mod">
          <ac:chgData name="Ruizhe Yang" userId="1f4dbac11b4521d8" providerId="LiveId" clId="{0092FCA5-30B9-457D-896B-50DD7B730A8B}" dt="2024-04-14T07:46:23.525" v="767" actId="14100"/>
          <ac:spMkLst>
            <pc:docMk/>
            <pc:sldMk cId="4085031784" sldId="256"/>
            <ac:spMk id="4" creationId="{EE721048-4E7F-8EA4-8B02-B60411482A15}"/>
          </ac:spMkLst>
        </pc:spChg>
        <pc:spChg chg="add mod">
          <ac:chgData name="Ruizhe Yang" userId="1f4dbac11b4521d8" providerId="LiveId" clId="{0092FCA5-30B9-457D-896B-50DD7B730A8B}" dt="2024-04-14T07:39:46.184" v="568" actId="1076"/>
          <ac:spMkLst>
            <pc:docMk/>
            <pc:sldMk cId="4085031784" sldId="256"/>
            <ac:spMk id="5" creationId="{7D2375BB-F271-4213-6C5F-C4D863A18457}"/>
          </ac:spMkLst>
        </pc:spChg>
        <pc:spChg chg="add mod">
          <ac:chgData name="Ruizhe Yang" userId="1f4dbac11b4521d8" providerId="LiveId" clId="{0092FCA5-30B9-457D-896B-50DD7B730A8B}" dt="2024-04-14T07:39:46.184" v="568" actId="1076"/>
          <ac:spMkLst>
            <pc:docMk/>
            <pc:sldMk cId="4085031784" sldId="256"/>
            <ac:spMk id="6" creationId="{590912A9-1287-B10E-C2EA-A3CAACDF6E00}"/>
          </ac:spMkLst>
        </pc:spChg>
        <pc:spChg chg="add del mod">
          <ac:chgData name="Ruizhe Yang" userId="1f4dbac11b4521d8" providerId="LiveId" clId="{0092FCA5-30B9-457D-896B-50DD7B730A8B}" dt="2024-04-14T07:45:24.121" v="740" actId="478"/>
          <ac:spMkLst>
            <pc:docMk/>
            <pc:sldMk cId="4085031784" sldId="256"/>
            <ac:spMk id="7" creationId="{A191BA07-0F01-6A9A-5ECB-54AD79EED1FD}"/>
          </ac:spMkLst>
        </pc:spChg>
        <pc:spChg chg="add mod">
          <ac:chgData name="Ruizhe Yang" userId="1f4dbac11b4521d8" providerId="LiveId" clId="{0092FCA5-30B9-457D-896B-50DD7B730A8B}" dt="2024-04-14T07:46:38.525" v="771" actId="1076"/>
          <ac:spMkLst>
            <pc:docMk/>
            <pc:sldMk cId="4085031784" sldId="256"/>
            <ac:spMk id="8" creationId="{5F9090ED-A0E7-D51A-D605-72CE74722520}"/>
          </ac:spMkLst>
        </pc:spChg>
        <pc:spChg chg="add del mod">
          <ac:chgData name="Ruizhe Yang" userId="1f4dbac11b4521d8" providerId="LiveId" clId="{0092FCA5-30B9-457D-896B-50DD7B730A8B}" dt="2024-04-14T07:41:49.356" v="657" actId="478"/>
          <ac:spMkLst>
            <pc:docMk/>
            <pc:sldMk cId="4085031784" sldId="256"/>
            <ac:spMk id="9" creationId="{B71DC03E-9768-DE6D-C8D8-01CB12F6AB57}"/>
          </ac:spMkLst>
        </pc:spChg>
        <pc:spChg chg="add mod">
          <ac:chgData name="Ruizhe Yang" userId="1f4dbac11b4521d8" providerId="LiveId" clId="{0092FCA5-30B9-457D-896B-50DD7B730A8B}" dt="2024-04-14T07:47:42.238" v="818" actId="1076"/>
          <ac:spMkLst>
            <pc:docMk/>
            <pc:sldMk cId="4085031784" sldId="256"/>
            <ac:spMk id="14" creationId="{24BB3BA7-5E15-EC98-E1F7-529717CE1DC5}"/>
          </ac:spMkLst>
        </pc:spChg>
        <pc:spChg chg="add mod">
          <ac:chgData name="Ruizhe Yang" userId="1f4dbac11b4521d8" providerId="LiveId" clId="{0092FCA5-30B9-457D-896B-50DD7B730A8B}" dt="2024-04-14T07:47:39.603" v="817" actId="1076"/>
          <ac:spMkLst>
            <pc:docMk/>
            <pc:sldMk cId="4085031784" sldId="256"/>
            <ac:spMk id="15" creationId="{1042BB3A-1EB0-CE9D-6126-306D42B83DD5}"/>
          </ac:spMkLst>
        </pc:spChg>
        <pc:spChg chg="add mod">
          <ac:chgData name="Ruizhe Yang" userId="1f4dbac11b4521d8" providerId="LiveId" clId="{0092FCA5-30B9-457D-896B-50DD7B730A8B}" dt="2024-04-14T07:47:24.971" v="812" actId="1076"/>
          <ac:spMkLst>
            <pc:docMk/>
            <pc:sldMk cId="4085031784" sldId="256"/>
            <ac:spMk id="16" creationId="{F85A1304-DC3B-BDAB-5B86-54254D84DAB0}"/>
          </ac:spMkLst>
        </pc:spChg>
        <pc:spChg chg="add del mod">
          <ac:chgData name="Ruizhe Yang" userId="1f4dbac11b4521d8" providerId="LiveId" clId="{0092FCA5-30B9-457D-896B-50DD7B730A8B}" dt="2024-04-14T07:47:34.425" v="816" actId="478"/>
          <ac:spMkLst>
            <pc:docMk/>
            <pc:sldMk cId="4085031784" sldId="256"/>
            <ac:spMk id="17" creationId="{4EED8E26-C41E-78EE-9E33-0A76F86CC97C}"/>
          </ac:spMkLst>
        </pc:spChg>
        <pc:picChg chg="add mod">
          <ac:chgData name="Ruizhe Yang" userId="1f4dbac11b4521d8" providerId="LiveId" clId="{0092FCA5-30B9-457D-896B-50DD7B730A8B}" dt="2024-04-14T07:50:04.314" v="864" actId="1076"/>
          <ac:picMkLst>
            <pc:docMk/>
            <pc:sldMk cId="4085031784" sldId="256"/>
            <ac:picMk id="11" creationId="{DDD989FA-41B2-9DF7-1D82-85EC5719AB09}"/>
          </ac:picMkLst>
        </pc:picChg>
        <pc:picChg chg="add mod">
          <ac:chgData name="Ruizhe Yang" userId="1f4dbac11b4521d8" providerId="LiveId" clId="{0092FCA5-30B9-457D-896B-50DD7B730A8B}" dt="2024-04-14T07:50:03.455" v="863" actId="1076"/>
          <ac:picMkLst>
            <pc:docMk/>
            <pc:sldMk cId="4085031784" sldId="256"/>
            <ac:picMk id="13" creationId="{225E004D-4F0A-4984-899C-BE28F2A27C13}"/>
          </ac:picMkLst>
        </pc:picChg>
      </pc:sldChg>
      <pc:sldChg chg="addSp delSp modSp add del mod">
        <pc:chgData name="Ruizhe Yang" userId="1f4dbac11b4521d8" providerId="LiveId" clId="{0092FCA5-30B9-457D-896B-50DD7B730A8B}" dt="2024-04-14T08:04:38.683" v="1077"/>
        <pc:sldMkLst>
          <pc:docMk/>
          <pc:sldMk cId="1564424978" sldId="257"/>
        </pc:sldMkLst>
        <pc:spChg chg="add mod">
          <ac:chgData name="Ruizhe Yang" userId="1f4dbac11b4521d8" providerId="LiveId" clId="{0092FCA5-30B9-457D-896B-50DD7B730A8B}" dt="2024-04-14T08:04:38.683" v="1077"/>
          <ac:spMkLst>
            <pc:docMk/>
            <pc:sldMk cId="1564424978" sldId="257"/>
            <ac:spMk id="2" creationId="{1CCB4329-B03E-6884-2E7F-C620C7878229}"/>
          </ac:spMkLst>
        </pc:spChg>
        <pc:spChg chg="del">
          <ac:chgData name="Ruizhe Yang" userId="1f4dbac11b4521d8" providerId="LiveId" clId="{0092FCA5-30B9-457D-896B-50DD7B730A8B}" dt="2024-04-14T07:51:39.699" v="873" actId="478"/>
          <ac:spMkLst>
            <pc:docMk/>
            <pc:sldMk cId="1564424978" sldId="257"/>
            <ac:spMk id="4" creationId="{EE721048-4E7F-8EA4-8B02-B60411482A15}"/>
          </ac:spMkLst>
        </pc:spChg>
        <pc:spChg chg="mod">
          <ac:chgData name="Ruizhe Yang" userId="1f4dbac11b4521d8" providerId="LiveId" clId="{0092FCA5-30B9-457D-896B-50DD7B730A8B}" dt="2024-04-14T08:03:28.572" v="1048" actId="14100"/>
          <ac:spMkLst>
            <pc:docMk/>
            <pc:sldMk cId="1564424978" sldId="257"/>
            <ac:spMk id="7" creationId="{A191BA07-0F01-6A9A-5ECB-54AD79EED1FD}"/>
          </ac:spMkLst>
        </pc:spChg>
        <pc:spChg chg="del">
          <ac:chgData name="Ruizhe Yang" userId="1f4dbac11b4521d8" providerId="LiveId" clId="{0092FCA5-30B9-457D-896B-50DD7B730A8B}" dt="2024-04-14T07:51:39.699" v="873" actId="478"/>
          <ac:spMkLst>
            <pc:docMk/>
            <pc:sldMk cId="1564424978" sldId="257"/>
            <ac:spMk id="8" creationId="{5F9090ED-A0E7-D51A-D605-72CE74722520}"/>
          </ac:spMkLst>
        </pc:spChg>
        <pc:picChg chg="del">
          <ac:chgData name="Ruizhe Yang" userId="1f4dbac11b4521d8" providerId="LiveId" clId="{0092FCA5-30B9-457D-896B-50DD7B730A8B}" dt="2024-04-14T07:51:40.055" v="874" actId="478"/>
          <ac:picMkLst>
            <pc:docMk/>
            <pc:sldMk cId="1564424978" sldId="257"/>
            <ac:picMk id="11" creationId="{DDD989FA-41B2-9DF7-1D82-85EC5719AB09}"/>
          </ac:picMkLst>
        </pc:picChg>
      </pc:sldChg>
      <pc:sldChg chg="addSp delSp modSp add mod">
        <pc:chgData name="Ruizhe Yang" userId="1f4dbac11b4521d8" providerId="LiveId" clId="{0092FCA5-30B9-457D-896B-50DD7B730A8B}" dt="2024-04-14T07:50:54.465" v="872" actId="1076"/>
        <pc:sldMkLst>
          <pc:docMk/>
          <pc:sldMk cId="1720753139" sldId="258"/>
        </pc:sldMkLst>
        <pc:spChg chg="del">
          <ac:chgData name="Ruizhe Yang" userId="1f4dbac11b4521d8" providerId="LiveId" clId="{0092FCA5-30B9-457D-896B-50DD7B730A8B}" dt="2024-04-14T07:48:05.708" v="824" actId="478"/>
          <ac:spMkLst>
            <pc:docMk/>
            <pc:sldMk cId="1720753139" sldId="258"/>
            <ac:spMk id="14" creationId="{24BB3BA7-5E15-EC98-E1F7-529717CE1DC5}"/>
          </ac:spMkLst>
        </pc:spChg>
        <pc:spChg chg="del">
          <ac:chgData name="Ruizhe Yang" userId="1f4dbac11b4521d8" providerId="LiveId" clId="{0092FCA5-30B9-457D-896B-50DD7B730A8B}" dt="2024-04-14T07:48:06.318" v="825" actId="478"/>
          <ac:spMkLst>
            <pc:docMk/>
            <pc:sldMk cId="1720753139" sldId="258"/>
            <ac:spMk id="15" creationId="{1042BB3A-1EB0-CE9D-6126-306D42B83DD5}"/>
          </ac:spMkLst>
        </pc:spChg>
        <pc:spChg chg="del mod">
          <ac:chgData name="Ruizhe Yang" userId="1f4dbac11b4521d8" providerId="LiveId" clId="{0092FCA5-30B9-457D-896B-50DD7B730A8B}" dt="2024-04-14T07:50:52.305" v="871" actId="478"/>
          <ac:spMkLst>
            <pc:docMk/>
            <pc:sldMk cId="1720753139" sldId="258"/>
            <ac:spMk id="16" creationId="{F85A1304-DC3B-BDAB-5B86-54254D84DAB0}"/>
          </ac:spMkLst>
        </pc:spChg>
        <pc:picChg chg="add mod">
          <ac:chgData name="Ruizhe Yang" userId="1f4dbac11b4521d8" providerId="LiveId" clId="{0092FCA5-30B9-457D-896B-50DD7B730A8B}" dt="2024-04-14T07:50:06.320" v="865" actId="1076"/>
          <ac:picMkLst>
            <pc:docMk/>
            <pc:sldMk cId="1720753139" sldId="258"/>
            <ac:picMk id="3" creationId="{0FABF727-9B58-23DA-A7CF-86055100E04E}"/>
          </ac:picMkLst>
        </pc:picChg>
        <pc:picChg chg="add mod">
          <ac:chgData name="Ruizhe Yang" userId="1f4dbac11b4521d8" providerId="LiveId" clId="{0092FCA5-30B9-457D-896B-50DD7B730A8B}" dt="2024-04-14T07:50:54.465" v="872" actId="1076"/>
          <ac:picMkLst>
            <pc:docMk/>
            <pc:sldMk cId="1720753139" sldId="258"/>
            <ac:picMk id="9" creationId="{B03BC81D-FBBD-B640-549E-F5BC01A3D897}"/>
          </ac:picMkLst>
        </pc:picChg>
        <pc:picChg chg="del">
          <ac:chgData name="Ruizhe Yang" userId="1f4dbac11b4521d8" providerId="LiveId" clId="{0092FCA5-30B9-457D-896B-50DD7B730A8B}" dt="2024-04-14T07:48:03.679" v="822" actId="478"/>
          <ac:picMkLst>
            <pc:docMk/>
            <pc:sldMk cId="1720753139" sldId="258"/>
            <ac:picMk id="11" creationId="{DDD989FA-41B2-9DF7-1D82-85EC5719AB09}"/>
          </ac:picMkLst>
        </pc:picChg>
        <pc:picChg chg="del">
          <ac:chgData name="Ruizhe Yang" userId="1f4dbac11b4521d8" providerId="LiveId" clId="{0092FCA5-30B9-457D-896B-50DD7B730A8B}" dt="2024-04-14T07:48:04.216" v="823" actId="478"/>
          <ac:picMkLst>
            <pc:docMk/>
            <pc:sldMk cId="1720753139" sldId="258"/>
            <ac:picMk id="13" creationId="{225E004D-4F0A-4984-899C-BE28F2A27C13}"/>
          </ac:picMkLst>
        </pc:picChg>
      </pc:sldChg>
      <pc:sldChg chg="addSp delSp modSp add mod ord">
        <pc:chgData name="Ruizhe Yang" userId="1f4dbac11b4521d8" providerId="LiveId" clId="{0092FCA5-30B9-457D-896B-50DD7B730A8B}" dt="2024-04-14T08:05:33.878" v="1079"/>
        <pc:sldMkLst>
          <pc:docMk/>
          <pc:sldMk cId="293063222" sldId="259"/>
        </pc:sldMkLst>
        <pc:spChg chg="mod">
          <ac:chgData name="Ruizhe Yang" userId="1f4dbac11b4521d8" providerId="LiveId" clId="{0092FCA5-30B9-457D-896B-50DD7B730A8B}" dt="2024-04-14T07:52:58.243" v="925"/>
          <ac:spMkLst>
            <pc:docMk/>
            <pc:sldMk cId="293063222" sldId="259"/>
            <ac:spMk id="8" creationId="{5F9090ED-A0E7-D51A-D605-72CE74722520}"/>
          </ac:spMkLst>
        </pc:spChg>
        <pc:spChg chg="add del mod">
          <ac:chgData name="Ruizhe Yang" userId="1f4dbac11b4521d8" providerId="LiveId" clId="{0092FCA5-30B9-457D-896B-50DD7B730A8B}" dt="2024-04-14T07:57:31.293" v="954" actId="478"/>
          <ac:spMkLst>
            <pc:docMk/>
            <pc:sldMk cId="293063222" sldId="259"/>
            <ac:spMk id="10" creationId="{F10722BE-48AA-E509-3F58-430DE4313C60}"/>
          </ac:spMkLst>
        </pc:spChg>
        <pc:picChg chg="del">
          <ac:chgData name="Ruizhe Yang" userId="1f4dbac11b4521d8" providerId="LiveId" clId="{0092FCA5-30B9-457D-896B-50DD7B730A8B}" dt="2024-04-14T07:53:00.226" v="927" actId="478"/>
          <ac:picMkLst>
            <pc:docMk/>
            <pc:sldMk cId="293063222" sldId="259"/>
            <ac:picMk id="3" creationId="{0FABF727-9B58-23DA-A7CF-86055100E04E}"/>
          </ac:picMkLst>
        </pc:picChg>
        <pc:picChg chg="add mod">
          <ac:chgData name="Ruizhe Yang" userId="1f4dbac11b4521d8" providerId="LiveId" clId="{0092FCA5-30B9-457D-896B-50DD7B730A8B}" dt="2024-04-14T07:57:32.151" v="955" actId="1076"/>
          <ac:picMkLst>
            <pc:docMk/>
            <pc:sldMk cId="293063222" sldId="259"/>
            <ac:picMk id="7" creationId="{916C0A61-E2D7-1835-BCC3-0712C0075BA3}"/>
          </ac:picMkLst>
        </pc:picChg>
        <pc:picChg chg="del">
          <ac:chgData name="Ruizhe Yang" userId="1f4dbac11b4521d8" providerId="LiveId" clId="{0092FCA5-30B9-457D-896B-50DD7B730A8B}" dt="2024-04-14T07:52:59.752" v="926" actId="478"/>
          <ac:picMkLst>
            <pc:docMk/>
            <pc:sldMk cId="293063222" sldId="259"/>
            <ac:picMk id="9" creationId="{B03BC81D-FBBD-B640-549E-F5BC01A3D897}"/>
          </ac:picMkLst>
        </pc:picChg>
        <pc:picChg chg="add mod modCrop">
          <ac:chgData name="Ruizhe Yang" userId="1f4dbac11b4521d8" providerId="LiveId" clId="{0092FCA5-30B9-457D-896B-50DD7B730A8B}" dt="2024-04-14T08:00:11.261" v="973" actId="1076"/>
          <ac:picMkLst>
            <pc:docMk/>
            <pc:sldMk cId="293063222" sldId="259"/>
            <ac:picMk id="12" creationId="{E95C1D03-D881-F706-9552-6211215F7E9D}"/>
          </ac:picMkLst>
        </pc:picChg>
        <pc:picChg chg="add mod modCrop">
          <ac:chgData name="Ruizhe Yang" userId="1f4dbac11b4521d8" providerId="LiveId" clId="{0092FCA5-30B9-457D-896B-50DD7B730A8B}" dt="2024-04-14T08:00:42.368" v="986" actId="1076"/>
          <ac:picMkLst>
            <pc:docMk/>
            <pc:sldMk cId="293063222" sldId="259"/>
            <ac:picMk id="13" creationId="{283945F2-826C-2057-9E1C-7B61DC72A5C6}"/>
          </ac:picMkLst>
        </pc:picChg>
        <pc:picChg chg="add mod modCrop">
          <ac:chgData name="Ruizhe Yang" userId="1f4dbac11b4521d8" providerId="LiveId" clId="{0092FCA5-30B9-457D-896B-50DD7B730A8B}" dt="2024-04-14T08:00:43.738" v="987" actId="1076"/>
          <ac:picMkLst>
            <pc:docMk/>
            <pc:sldMk cId="293063222" sldId="259"/>
            <ac:picMk id="14" creationId="{EC861106-BB22-6D9D-551F-65E187CC795D}"/>
          </ac:picMkLst>
        </pc:picChg>
      </pc:sldChg>
      <pc:sldMasterChg chg="setBg modSldLayout">
        <pc:chgData name="Ruizhe Yang" userId="1f4dbac11b4521d8" providerId="LiveId" clId="{0092FCA5-30B9-457D-896B-50DD7B730A8B}" dt="2024-04-14T07:49:54.779" v="861"/>
        <pc:sldMasterMkLst>
          <pc:docMk/>
          <pc:sldMasterMk cId="4236286504" sldId="2147483648"/>
        </pc:sldMasterMkLst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1211274422" sldId="2147483649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3510072462" sldId="2147483650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1972968981" sldId="2147483651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3907381854" sldId="2147483652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3431413482" sldId="2147483653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2255714282" sldId="2147483654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2382721326" sldId="2147483655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804976328" sldId="2147483656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1340158989" sldId="2147483657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4115150312" sldId="2147483658"/>
          </pc:sldLayoutMkLst>
        </pc:sldLayoutChg>
        <pc:sldLayoutChg chg="setBg">
          <pc:chgData name="Ruizhe Yang" userId="1f4dbac11b4521d8" providerId="LiveId" clId="{0092FCA5-30B9-457D-896B-50DD7B730A8B}" dt="2024-04-14T07:49:54.779" v="861"/>
          <pc:sldLayoutMkLst>
            <pc:docMk/>
            <pc:sldMasterMk cId="4236286504" sldId="2147483648"/>
            <pc:sldLayoutMk cId="22551028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1BA64-2DB9-41C3-96A1-2E5F58465B7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77900" y="1241425"/>
            <a:ext cx="484187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E39D4-18B6-417D-9F5D-58FF8E6E5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36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8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55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83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10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38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65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93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21" algn="l" defTabSz="9142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1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9" indent="0" algn="ctr">
              <a:buNone/>
              <a:defRPr sz="2000"/>
            </a:lvl2pPr>
            <a:lvl3pPr marL="914458" indent="0" algn="ctr">
              <a:buNone/>
              <a:defRPr sz="1800"/>
            </a:lvl3pPr>
            <a:lvl4pPr marL="1371688" indent="0" algn="ctr">
              <a:buNone/>
              <a:defRPr sz="1600"/>
            </a:lvl4pPr>
            <a:lvl5pPr marL="1828916" indent="0" algn="ctr">
              <a:buNone/>
              <a:defRPr sz="1600"/>
            </a:lvl5pPr>
            <a:lvl6pPr marL="2286146" indent="0" algn="ctr">
              <a:buNone/>
              <a:defRPr sz="1600"/>
            </a:lvl6pPr>
            <a:lvl7pPr marL="2743375" indent="0" algn="ctr">
              <a:buNone/>
              <a:defRPr sz="1600"/>
            </a:lvl7pPr>
            <a:lvl8pPr marL="3200604" indent="0" algn="ctr">
              <a:buNone/>
              <a:defRPr sz="1600"/>
            </a:lvl8pPr>
            <a:lvl9pPr marL="3657833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1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1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0" y="4589466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2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5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6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8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65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4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8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4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9" indent="0">
              <a:buNone/>
              <a:defRPr sz="2000" b="1"/>
            </a:lvl2pPr>
            <a:lvl3pPr marL="914458" indent="0">
              <a:buNone/>
              <a:defRPr sz="1800" b="1"/>
            </a:lvl3pPr>
            <a:lvl4pPr marL="1371688" indent="0">
              <a:buNone/>
              <a:defRPr sz="1600" b="1"/>
            </a:lvl4pPr>
            <a:lvl5pPr marL="1828916" indent="0">
              <a:buNone/>
              <a:defRPr sz="1600" b="1"/>
            </a:lvl5pPr>
            <a:lvl6pPr marL="2286146" indent="0">
              <a:buNone/>
              <a:defRPr sz="1600" b="1"/>
            </a:lvl6pPr>
            <a:lvl7pPr marL="2743375" indent="0">
              <a:buNone/>
              <a:defRPr sz="1600" b="1"/>
            </a:lvl7pPr>
            <a:lvl8pPr marL="3200604" indent="0">
              <a:buNone/>
              <a:defRPr sz="1600" b="1"/>
            </a:lvl8pPr>
            <a:lvl9pPr marL="365783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4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9" indent="0">
              <a:buNone/>
              <a:defRPr sz="2000" b="1"/>
            </a:lvl2pPr>
            <a:lvl3pPr marL="914458" indent="0">
              <a:buNone/>
              <a:defRPr sz="1800" b="1"/>
            </a:lvl3pPr>
            <a:lvl4pPr marL="1371688" indent="0">
              <a:buNone/>
              <a:defRPr sz="1600" b="1"/>
            </a:lvl4pPr>
            <a:lvl5pPr marL="1828916" indent="0">
              <a:buNone/>
              <a:defRPr sz="1600" b="1"/>
            </a:lvl5pPr>
            <a:lvl6pPr marL="2286146" indent="0">
              <a:buNone/>
              <a:defRPr sz="1600" b="1"/>
            </a:lvl6pPr>
            <a:lvl7pPr marL="2743375" indent="0">
              <a:buNone/>
              <a:defRPr sz="1600" b="1"/>
            </a:lvl7pPr>
            <a:lvl8pPr marL="3200604" indent="0">
              <a:buNone/>
              <a:defRPr sz="1600" b="1"/>
            </a:lvl8pPr>
            <a:lvl9pPr marL="365783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12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89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3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1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1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9" indent="0">
              <a:buNone/>
              <a:defRPr sz="1400"/>
            </a:lvl2pPr>
            <a:lvl3pPr marL="914458" indent="0">
              <a:buNone/>
              <a:defRPr sz="1200"/>
            </a:lvl3pPr>
            <a:lvl4pPr marL="1371688" indent="0">
              <a:buNone/>
              <a:defRPr sz="1000"/>
            </a:lvl4pPr>
            <a:lvl5pPr marL="1828916" indent="0">
              <a:buNone/>
              <a:defRPr sz="1000"/>
            </a:lvl5pPr>
            <a:lvl6pPr marL="2286146" indent="0">
              <a:buNone/>
              <a:defRPr sz="1000"/>
            </a:lvl6pPr>
            <a:lvl7pPr marL="2743375" indent="0">
              <a:buNone/>
              <a:defRPr sz="1000"/>
            </a:lvl7pPr>
            <a:lvl8pPr marL="3200604" indent="0">
              <a:buNone/>
              <a:defRPr sz="1000"/>
            </a:lvl8pPr>
            <a:lvl9pPr marL="365783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71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1"/>
            </a:lvl1pPr>
            <a:lvl2pPr marL="457229" indent="0">
              <a:buNone/>
              <a:defRPr sz="2800"/>
            </a:lvl2pPr>
            <a:lvl3pPr marL="914458" indent="0">
              <a:buNone/>
              <a:defRPr sz="2400"/>
            </a:lvl3pPr>
            <a:lvl4pPr marL="1371688" indent="0">
              <a:buNone/>
              <a:defRPr sz="2000"/>
            </a:lvl4pPr>
            <a:lvl5pPr marL="1828916" indent="0">
              <a:buNone/>
              <a:defRPr sz="2000"/>
            </a:lvl5pPr>
            <a:lvl6pPr marL="2286146" indent="0">
              <a:buNone/>
              <a:defRPr sz="2000"/>
            </a:lvl6pPr>
            <a:lvl7pPr marL="2743375" indent="0">
              <a:buNone/>
              <a:defRPr sz="2000"/>
            </a:lvl7pPr>
            <a:lvl8pPr marL="3200604" indent="0">
              <a:buNone/>
              <a:defRPr sz="2000"/>
            </a:lvl8pPr>
            <a:lvl9pPr marL="3657833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1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9" indent="0">
              <a:buNone/>
              <a:defRPr sz="1400"/>
            </a:lvl2pPr>
            <a:lvl3pPr marL="914458" indent="0">
              <a:buNone/>
              <a:defRPr sz="1200"/>
            </a:lvl3pPr>
            <a:lvl4pPr marL="1371688" indent="0">
              <a:buNone/>
              <a:defRPr sz="1000"/>
            </a:lvl4pPr>
            <a:lvl5pPr marL="1828916" indent="0">
              <a:buNone/>
              <a:defRPr sz="1000"/>
            </a:lvl5pPr>
            <a:lvl6pPr marL="2286146" indent="0">
              <a:buNone/>
              <a:defRPr sz="1000"/>
            </a:lvl6pPr>
            <a:lvl7pPr marL="2743375" indent="0">
              <a:buNone/>
              <a:defRPr sz="1000"/>
            </a:lvl7pPr>
            <a:lvl8pPr marL="3200604" indent="0">
              <a:buNone/>
              <a:defRPr sz="1000"/>
            </a:lvl8pPr>
            <a:lvl9pPr marL="365783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99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7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6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6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73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F4D98-94C1-47F8-82C9-964CF0395BC0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84FB7-807A-4A63-9415-47AD71DE24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4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5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5" indent="-228615" algn="l" defTabSz="91445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3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73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02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31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60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89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18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48" indent="-228615" algn="l" defTabSz="9144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9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8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8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16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46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75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04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33" algn="l" defTabSz="9144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3F9FE7B-61B6-35BF-4CE1-D68F0392C8CC}"/>
              </a:ext>
            </a:extLst>
          </p:cNvPr>
          <p:cNvSpPr/>
          <p:nvPr/>
        </p:nvSpPr>
        <p:spPr>
          <a:xfrm>
            <a:off x="1023161" y="1877550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5A39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Body Level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38FA4-FC61-1DFE-94CC-86530537EB02}"/>
              </a:ext>
            </a:extLst>
          </p:cNvPr>
          <p:cNvSpPr/>
          <p:nvPr/>
        </p:nvSpPr>
        <p:spPr>
          <a:xfrm>
            <a:off x="4802570" y="1946213"/>
            <a:ext cx="41900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根据父节点属性分类</a:t>
            </a:r>
            <a:endParaRPr lang="en-US" altLang="zh-CN" sz="1400">
              <a:latin typeface="Abadi" panose="020B0604020104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73A040-7C9D-D35C-0FDB-383DF4756D94}"/>
              </a:ext>
            </a:extLst>
          </p:cNvPr>
          <p:cNvSpPr/>
          <p:nvPr/>
        </p:nvSpPr>
        <p:spPr>
          <a:xfrm>
            <a:off x="1023161" y="2452466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5A39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Abstract Level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844B36-D739-0840-37C9-52E6874BB856}"/>
              </a:ext>
            </a:extLst>
          </p:cNvPr>
          <p:cNvSpPr/>
          <p:nvPr/>
        </p:nvSpPr>
        <p:spPr>
          <a:xfrm>
            <a:off x="4802569" y="2521129"/>
            <a:ext cx="42405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依据元素类型进行分类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3A118-A58F-F0B4-C07A-94C0B4EF51C9}"/>
              </a:ext>
            </a:extLst>
          </p:cNvPr>
          <p:cNvSpPr/>
          <p:nvPr/>
        </p:nvSpPr>
        <p:spPr>
          <a:xfrm>
            <a:off x="1023161" y="3052560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9915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Instance Level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71A0F3-C83C-39EE-FA25-95A0C7C87597}"/>
              </a:ext>
            </a:extLst>
          </p:cNvPr>
          <p:cNvSpPr/>
          <p:nvPr/>
        </p:nvSpPr>
        <p:spPr>
          <a:xfrm>
            <a:off x="4802569" y="3121223"/>
            <a:ext cx="419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确定为唯一元素实体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B62E59-D009-5D0E-8625-476F29C1B2BD}"/>
              </a:ext>
            </a:extLst>
          </p:cNvPr>
          <p:cNvSpPr/>
          <p:nvPr/>
        </p:nvSpPr>
        <p:spPr>
          <a:xfrm>
            <a:off x="1023161" y="3721317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EB385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Enum Level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53D300-0017-4EF6-8833-23E47046A185}"/>
              </a:ext>
            </a:extLst>
          </p:cNvPr>
          <p:cNvSpPr/>
          <p:nvPr/>
        </p:nvSpPr>
        <p:spPr>
          <a:xfrm>
            <a:off x="4802569" y="3789980"/>
            <a:ext cx="4688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枚举类（由于涉及到反向生成问题，枚举类要加判断）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61F7FA-19D6-CE0C-5A3B-E92166F213A0}"/>
              </a:ext>
            </a:extLst>
          </p:cNvPr>
          <p:cNvSpPr/>
          <p:nvPr/>
        </p:nvSpPr>
        <p:spPr>
          <a:xfrm>
            <a:off x="1023161" y="4321411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EB385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Fragment Level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CBA2A2-9740-EA07-5AA8-F091D81A1BCD}"/>
              </a:ext>
            </a:extLst>
          </p:cNvPr>
          <p:cNvSpPr/>
          <p:nvPr/>
        </p:nvSpPr>
        <p:spPr>
          <a:xfrm>
            <a:off x="4802569" y="4390074"/>
            <a:ext cx="419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模块化字段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C85FEB-788F-4DCD-C49A-5DB2206226DF}"/>
              </a:ext>
            </a:extLst>
          </p:cNvPr>
          <p:cNvSpPr/>
          <p:nvPr/>
        </p:nvSpPr>
        <p:spPr>
          <a:xfrm>
            <a:off x="1023161" y="4990168"/>
            <a:ext cx="3290286" cy="376440"/>
          </a:xfrm>
          <a:prstGeom prst="rect">
            <a:avLst/>
          </a:prstGeom>
          <a:solidFill>
            <a:schemeClr val="bg1"/>
          </a:solidFill>
          <a:ln w="19050">
            <a:solidFill>
              <a:srgbClr val="EB385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Abadi" panose="020B0604020104020204" pitchFamily="34" charset="0"/>
              </a:rPr>
              <a:t>Terminal Level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51B4CE-79F0-AA00-1569-91FA90F2D150}"/>
              </a:ext>
            </a:extLst>
          </p:cNvPr>
          <p:cNvSpPr/>
          <p:nvPr/>
        </p:nvSpPr>
        <p:spPr>
          <a:xfrm>
            <a:off x="4802569" y="5058831"/>
            <a:ext cx="419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latin typeface="Abadi" panose="020B0604020104020204" pitchFamily="34" charset="0"/>
              </a:rPr>
              <a:t>模块化字节</a:t>
            </a:r>
          </a:p>
        </p:txBody>
      </p:sp>
    </p:spTree>
    <p:extLst>
      <p:ext uri="{BB962C8B-B14F-4D97-AF65-F5344CB8AC3E}">
        <p14:creationId xmlns:p14="http://schemas.microsoft.com/office/powerpoint/2010/main" val="362495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2917</TotalTime>
  <Words>47</Words>
  <Application>Microsoft Office PowerPoint</Application>
  <PresentationFormat>A4 纸张(210x297 毫米)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Abadi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 Yang</dc:creator>
  <cp:lastModifiedBy>Ruizhe Yang</cp:lastModifiedBy>
  <cp:revision>357</cp:revision>
  <cp:lastPrinted>2024-12-03T02:16:33Z</cp:lastPrinted>
  <dcterms:created xsi:type="dcterms:W3CDTF">2024-04-14T07:29:19Z</dcterms:created>
  <dcterms:modified xsi:type="dcterms:W3CDTF">2025-11-24T05:30:27Z</dcterms:modified>
</cp:coreProperties>
</file>