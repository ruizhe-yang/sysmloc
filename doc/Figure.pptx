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72" r:id="rId2"/>
    <p:sldId id="273" r:id="rId3"/>
    <p:sldId id="274" r:id="rId4"/>
  </p:sldIdLst>
  <p:sldSz cx="9906000" cy="6858000" type="A4"/>
  <p:notesSz cx="6797675" cy="9929813"/>
  <p:defaultTextStyle>
    <a:defPPr>
      <a:defRPr lang="en-US"/>
    </a:defPPr>
    <a:lvl1pPr marL="0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28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55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10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638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765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893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021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uizhe Yang" initials="RY" lastIdx="1" clrIdx="0">
    <p:extLst>
      <p:ext uri="{19B8F6BF-5375-455C-9EA6-DF929625EA0E}">
        <p15:presenceInfo xmlns:p15="http://schemas.microsoft.com/office/powerpoint/2012/main" userId="1f4dbac11b4521d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BF84"/>
    <a:srgbClr val="AEEC84"/>
    <a:srgbClr val="CBF3AF"/>
    <a:srgbClr val="EB3857"/>
    <a:srgbClr val="5A39FF"/>
    <a:srgbClr val="AB3000"/>
    <a:srgbClr val="7F0055"/>
    <a:srgbClr val="2A00FF"/>
    <a:srgbClr val="F6C803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08" autoAdjust="0"/>
  </p:normalViewPr>
  <p:slideViewPr>
    <p:cSldViewPr snapToGrid="0">
      <p:cViewPr varScale="1">
        <p:scale>
          <a:sx n="90" d="100"/>
          <a:sy n="90" d="100"/>
        </p:scale>
        <p:origin x="954" y="7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izhe Yang" userId="1f4dbac11b4521d8" providerId="LiveId" clId="{0092FCA5-30B9-457D-896B-50DD7B730A8B}"/>
    <pc:docChg chg="undo custSel addSld delSld modSld sldOrd modMainMaster">
      <pc:chgData name="Ruizhe Yang" userId="1f4dbac11b4521d8" providerId="LiveId" clId="{0092FCA5-30B9-457D-896B-50DD7B730A8B}" dt="2024-04-14T08:05:33.878" v="1079"/>
      <pc:docMkLst>
        <pc:docMk/>
      </pc:docMkLst>
      <pc:sldChg chg="addSp delSp modSp new mod setBg">
        <pc:chgData name="Ruizhe Yang" userId="1f4dbac11b4521d8" providerId="LiveId" clId="{0092FCA5-30B9-457D-896B-50DD7B730A8B}" dt="2024-04-14T07:50:04.314" v="864" actId="1076"/>
        <pc:sldMkLst>
          <pc:docMk/>
          <pc:sldMk cId="4085031784" sldId="256"/>
        </pc:sldMkLst>
        <pc:spChg chg="del">
          <ac:chgData name="Ruizhe Yang" userId="1f4dbac11b4521d8" providerId="LiveId" clId="{0092FCA5-30B9-457D-896B-50DD7B730A8B}" dt="2024-04-14T07:29:24.966" v="1" actId="478"/>
          <ac:spMkLst>
            <pc:docMk/>
            <pc:sldMk cId="4085031784" sldId="256"/>
            <ac:spMk id="2" creationId="{F7C0C5FD-ECCF-5765-2481-9C1247B878A7}"/>
          </ac:spMkLst>
        </pc:spChg>
        <pc:spChg chg="del">
          <ac:chgData name="Ruizhe Yang" userId="1f4dbac11b4521d8" providerId="LiveId" clId="{0092FCA5-30B9-457D-896B-50DD7B730A8B}" dt="2024-04-14T07:29:25.988" v="2" actId="478"/>
          <ac:spMkLst>
            <pc:docMk/>
            <pc:sldMk cId="4085031784" sldId="256"/>
            <ac:spMk id="3" creationId="{2409F218-B88F-220A-3843-49721D15ED53}"/>
          </ac:spMkLst>
        </pc:spChg>
        <pc:spChg chg="add mod">
          <ac:chgData name="Ruizhe Yang" userId="1f4dbac11b4521d8" providerId="LiveId" clId="{0092FCA5-30B9-457D-896B-50DD7B730A8B}" dt="2024-04-14T07:46:23.525" v="767" actId="14100"/>
          <ac:spMkLst>
            <pc:docMk/>
            <pc:sldMk cId="4085031784" sldId="256"/>
            <ac:spMk id="4" creationId="{EE721048-4E7F-8EA4-8B02-B60411482A15}"/>
          </ac:spMkLst>
        </pc:spChg>
        <pc:spChg chg="add mod">
          <ac:chgData name="Ruizhe Yang" userId="1f4dbac11b4521d8" providerId="LiveId" clId="{0092FCA5-30B9-457D-896B-50DD7B730A8B}" dt="2024-04-14T07:39:46.184" v="568" actId="1076"/>
          <ac:spMkLst>
            <pc:docMk/>
            <pc:sldMk cId="4085031784" sldId="256"/>
            <ac:spMk id="5" creationId="{7D2375BB-F271-4213-6C5F-C4D863A18457}"/>
          </ac:spMkLst>
        </pc:spChg>
        <pc:spChg chg="add mod">
          <ac:chgData name="Ruizhe Yang" userId="1f4dbac11b4521d8" providerId="LiveId" clId="{0092FCA5-30B9-457D-896B-50DD7B730A8B}" dt="2024-04-14T07:39:46.184" v="568" actId="1076"/>
          <ac:spMkLst>
            <pc:docMk/>
            <pc:sldMk cId="4085031784" sldId="256"/>
            <ac:spMk id="6" creationId="{590912A9-1287-B10E-C2EA-A3CAACDF6E00}"/>
          </ac:spMkLst>
        </pc:spChg>
        <pc:spChg chg="add del mod">
          <ac:chgData name="Ruizhe Yang" userId="1f4dbac11b4521d8" providerId="LiveId" clId="{0092FCA5-30B9-457D-896B-50DD7B730A8B}" dt="2024-04-14T07:45:24.121" v="740" actId="478"/>
          <ac:spMkLst>
            <pc:docMk/>
            <pc:sldMk cId="4085031784" sldId="256"/>
            <ac:spMk id="7" creationId="{A191BA07-0F01-6A9A-5ECB-54AD79EED1FD}"/>
          </ac:spMkLst>
        </pc:spChg>
        <pc:spChg chg="add mod">
          <ac:chgData name="Ruizhe Yang" userId="1f4dbac11b4521d8" providerId="LiveId" clId="{0092FCA5-30B9-457D-896B-50DD7B730A8B}" dt="2024-04-14T07:46:38.525" v="771" actId="1076"/>
          <ac:spMkLst>
            <pc:docMk/>
            <pc:sldMk cId="4085031784" sldId="256"/>
            <ac:spMk id="8" creationId="{5F9090ED-A0E7-D51A-D605-72CE74722520}"/>
          </ac:spMkLst>
        </pc:spChg>
        <pc:spChg chg="add del mod">
          <ac:chgData name="Ruizhe Yang" userId="1f4dbac11b4521d8" providerId="LiveId" clId="{0092FCA5-30B9-457D-896B-50DD7B730A8B}" dt="2024-04-14T07:41:49.356" v="657" actId="478"/>
          <ac:spMkLst>
            <pc:docMk/>
            <pc:sldMk cId="4085031784" sldId="256"/>
            <ac:spMk id="9" creationId="{B71DC03E-9768-DE6D-C8D8-01CB12F6AB57}"/>
          </ac:spMkLst>
        </pc:spChg>
        <pc:spChg chg="add mod">
          <ac:chgData name="Ruizhe Yang" userId="1f4dbac11b4521d8" providerId="LiveId" clId="{0092FCA5-30B9-457D-896B-50DD7B730A8B}" dt="2024-04-14T07:47:42.238" v="818" actId="1076"/>
          <ac:spMkLst>
            <pc:docMk/>
            <pc:sldMk cId="4085031784" sldId="256"/>
            <ac:spMk id="14" creationId="{24BB3BA7-5E15-EC98-E1F7-529717CE1DC5}"/>
          </ac:spMkLst>
        </pc:spChg>
        <pc:spChg chg="add mod">
          <ac:chgData name="Ruizhe Yang" userId="1f4dbac11b4521d8" providerId="LiveId" clId="{0092FCA5-30B9-457D-896B-50DD7B730A8B}" dt="2024-04-14T07:47:39.603" v="817" actId="1076"/>
          <ac:spMkLst>
            <pc:docMk/>
            <pc:sldMk cId="4085031784" sldId="256"/>
            <ac:spMk id="15" creationId="{1042BB3A-1EB0-CE9D-6126-306D42B83DD5}"/>
          </ac:spMkLst>
        </pc:spChg>
        <pc:spChg chg="add mod">
          <ac:chgData name="Ruizhe Yang" userId="1f4dbac11b4521d8" providerId="LiveId" clId="{0092FCA5-30B9-457D-896B-50DD7B730A8B}" dt="2024-04-14T07:47:24.971" v="812" actId="1076"/>
          <ac:spMkLst>
            <pc:docMk/>
            <pc:sldMk cId="4085031784" sldId="256"/>
            <ac:spMk id="16" creationId="{F85A1304-DC3B-BDAB-5B86-54254D84DAB0}"/>
          </ac:spMkLst>
        </pc:spChg>
        <pc:spChg chg="add del mod">
          <ac:chgData name="Ruizhe Yang" userId="1f4dbac11b4521d8" providerId="LiveId" clId="{0092FCA5-30B9-457D-896B-50DD7B730A8B}" dt="2024-04-14T07:47:34.425" v="816" actId="478"/>
          <ac:spMkLst>
            <pc:docMk/>
            <pc:sldMk cId="4085031784" sldId="256"/>
            <ac:spMk id="17" creationId="{4EED8E26-C41E-78EE-9E33-0A76F86CC97C}"/>
          </ac:spMkLst>
        </pc:spChg>
        <pc:picChg chg="add mod">
          <ac:chgData name="Ruizhe Yang" userId="1f4dbac11b4521d8" providerId="LiveId" clId="{0092FCA5-30B9-457D-896B-50DD7B730A8B}" dt="2024-04-14T07:50:04.314" v="864" actId="1076"/>
          <ac:picMkLst>
            <pc:docMk/>
            <pc:sldMk cId="4085031784" sldId="256"/>
            <ac:picMk id="11" creationId="{DDD989FA-41B2-9DF7-1D82-85EC5719AB09}"/>
          </ac:picMkLst>
        </pc:picChg>
        <pc:picChg chg="add mod">
          <ac:chgData name="Ruizhe Yang" userId="1f4dbac11b4521d8" providerId="LiveId" clId="{0092FCA5-30B9-457D-896B-50DD7B730A8B}" dt="2024-04-14T07:50:03.455" v="863" actId="1076"/>
          <ac:picMkLst>
            <pc:docMk/>
            <pc:sldMk cId="4085031784" sldId="256"/>
            <ac:picMk id="13" creationId="{225E004D-4F0A-4984-899C-BE28F2A27C13}"/>
          </ac:picMkLst>
        </pc:picChg>
      </pc:sldChg>
      <pc:sldChg chg="addSp delSp modSp add del mod">
        <pc:chgData name="Ruizhe Yang" userId="1f4dbac11b4521d8" providerId="LiveId" clId="{0092FCA5-30B9-457D-896B-50DD7B730A8B}" dt="2024-04-14T08:04:38.683" v="1077"/>
        <pc:sldMkLst>
          <pc:docMk/>
          <pc:sldMk cId="1564424978" sldId="257"/>
        </pc:sldMkLst>
        <pc:spChg chg="add mod">
          <ac:chgData name="Ruizhe Yang" userId="1f4dbac11b4521d8" providerId="LiveId" clId="{0092FCA5-30B9-457D-896B-50DD7B730A8B}" dt="2024-04-14T08:04:38.683" v="1077"/>
          <ac:spMkLst>
            <pc:docMk/>
            <pc:sldMk cId="1564424978" sldId="257"/>
            <ac:spMk id="2" creationId="{1CCB4329-B03E-6884-2E7F-C620C7878229}"/>
          </ac:spMkLst>
        </pc:spChg>
        <pc:spChg chg="del">
          <ac:chgData name="Ruizhe Yang" userId="1f4dbac11b4521d8" providerId="LiveId" clId="{0092FCA5-30B9-457D-896B-50DD7B730A8B}" dt="2024-04-14T07:51:39.699" v="873" actId="478"/>
          <ac:spMkLst>
            <pc:docMk/>
            <pc:sldMk cId="1564424978" sldId="257"/>
            <ac:spMk id="4" creationId="{EE721048-4E7F-8EA4-8B02-B60411482A15}"/>
          </ac:spMkLst>
        </pc:spChg>
        <pc:spChg chg="mod">
          <ac:chgData name="Ruizhe Yang" userId="1f4dbac11b4521d8" providerId="LiveId" clId="{0092FCA5-30B9-457D-896B-50DD7B730A8B}" dt="2024-04-14T08:03:28.572" v="1048" actId="14100"/>
          <ac:spMkLst>
            <pc:docMk/>
            <pc:sldMk cId="1564424978" sldId="257"/>
            <ac:spMk id="7" creationId="{A191BA07-0F01-6A9A-5ECB-54AD79EED1FD}"/>
          </ac:spMkLst>
        </pc:spChg>
        <pc:spChg chg="del">
          <ac:chgData name="Ruizhe Yang" userId="1f4dbac11b4521d8" providerId="LiveId" clId="{0092FCA5-30B9-457D-896B-50DD7B730A8B}" dt="2024-04-14T07:51:39.699" v="873" actId="478"/>
          <ac:spMkLst>
            <pc:docMk/>
            <pc:sldMk cId="1564424978" sldId="257"/>
            <ac:spMk id="8" creationId="{5F9090ED-A0E7-D51A-D605-72CE74722520}"/>
          </ac:spMkLst>
        </pc:spChg>
        <pc:picChg chg="del">
          <ac:chgData name="Ruizhe Yang" userId="1f4dbac11b4521d8" providerId="LiveId" clId="{0092FCA5-30B9-457D-896B-50DD7B730A8B}" dt="2024-04-14T07:51:40.055" v="874" actId="478"/>
          <ac:picMkLst>
            <pc:docMk/>
            <pc:sldMk cId="1564424978" sldId="257"/>
            <ac:picMk id="11" creationId="{DDD989FA-41B2-9DF7-1D82-85EC5719AB09}"/>
          </ac:picMkLst>
        </pc:picChg>
      </pc:sldChg>
      <pc:sldChg chg="addSp delSp modSp add mod">
        <pc:chgData name="Ruizhe Yang" userId="1f4dbac11b4521d8" providerId="LiveId" clId="{0092FCA5-30B9-457D-896B-50DD7B730A8B}" dt="2024-04-14T07:50:54.465" v="872" actId="1076"/>
        <pc:sldMkLst>
          <pc:docMk/>
          <pc:sldMk cId="1720753139" sldId="258"/>
        </pc:sldMkLst>
        <pc:spChg chg="del">
          <ac:chgData name="Ruizhe Yang" userId="1f4dbac11b4521d8" providerId="LiveId" clId="{0092FCA5-30B9-457D-896B-50DD7B730A8B}" dt="2024-04-14T07:48:05.708" v="824" actId="478"/>
          <ac:spMkLst>
            <pc:docMk/>
            <pc:sldMk cId="1720753139" sldId="258"/>
            <ac:spMk id="14" creationId="{24BB3BA7-5E15-EC98-E1F7-529717CE1DC5}"/>
          </ac:spMkLst>
        </pc:spChg>
        <pc:spChg chg="del">
          <ac:chgData name="Ruizhe Yang" userId="1f4dbac11b4521d8" providerId="LiveId" clId="{0092FCA5-30B9-457D-896B-50DD7B730A8B}" dt="2024-04-14T07:48:06.318" v="825" actId="478"/>
          <ac:spMkLst>
            <pc:docMk/>
            <pc:sldMk cId="1720753139" sldId="258"/>
            <ac:spMk id="15" creationId="{1042BB3A-1EB0-CE9D-6126-306D42B83DD5}"/>
          </ac:spMkLst>
        </pc:spChg>
        <pc:spChg chg="del mod">
          <ac:chgData name="Ruizhe Yang" userId="1f4dbac11b4521d8" providerId="LiveId" clId="{0092FCA5-30B9-457D-896B-50DD7B730A8B}" dt="2024-04-14T07:50:52.305" v="871" actId="478"/>
          <ac:spMkLst>
            <pc:docMk/>
            <pc:sldMk cId="1720753139" sldId="258"/>
            <ac:spMk id="16" creationId="{F85A1304-DC3B-BDAB-5B86-54254D84DAB0}"/>
          </ac:spMkLst>
        </pc:spChg>
        <pc:picChg chg="add mod">
          <ac:chgData name="Ruizhe Yang" userId="1f4dbac11b4521d8" providerId="LiveId" clId="{0092FCA5-30B9-457D-896B-50DD7B730A8B}" dt="2024-04-14T07:50:06.320" v="865" actId="1076"/>
          <ac:picMkLst>
            <pc:docMk/>
            <pc:sldMk cId="1720753139" sldId="258"/>
            <ac:picMk id="3" creationId="{0FABF727-9B58-23DA-A7CF-86055100E04E}"/>
          </ac:picMkLst>
        </pc:picChg>
        <pc:picChg chg="add mod">
          <ac:chgData name="Ruizhe Yang" userId="1f4dbac11b4521d8" providerId="LiveId" clId="{0092FCA5-30B9-457D-896B-50DD7B730A8B}" dt="2024-04-14T07:50:54.465" v="872" actId="1076"/>
          <ac:picMkLst>
            <pc:docMk/>
            <pc:sldMk cId="1720753139" sldId="258"/>
            <ac:picMk id="9" creationId="{B03BC81D-FBBD-B640-549E-F5BC01A3D897}"/>
          </ac:picMkLst>
        </pc:picChg>
        <pc:picChg chg="del">
          <ac:chgData name="Ruizhe Yang" userId="1f4dbac11b4521d8" providerId="LiveId" clId="{0092FCA5-30B9-457D-896B-50DD7B730A8B}" dt="2024-04-14T07:48:03.679" v="822" actId="478"/>
          <ac:picMkLst>
            <pc:docMk/>
            <pc:sldMk cId="1720753139" sldId="258"/>
            <ac:picMk id="11" creationId="{DDD989FA-41B2-9DF7-1D82-85EC5719AB09}"/>
          </ac:picMkLst>
        </pc:picChg>
        <pc:picChg chg="del">
          <ac:chgData name="Ruizhe Yang" userId="1f4dbac11b4521d8" providerId="LiveId" clId="{0092FCA5-30B9-457D-896B-50DD7B730A8B}" dt="2024-04-14T07:48:04.216" v="823" actId="478"/>
          <ac:picMkLst>
            <pc:docMk/>
            <pc:sldMk cId="1720753139" sldId="258"/>
            <ac:picMk id="13" creationId="{225E004D-4F0A-4984-899C-BE28F2A27C13}"/>
          </ac:picMkLst>
        </pc:picChg>
      </pc:sldChg>
      <pc:sldChg chg="addSp delSp modSp add mod ord">
        <pc:chgData name="Ruizhe Yang" userId="1f4dbac11b4521d8" providerId="LiveId" clId="{0092FCA5-30B9-457D-896B-50DD7B730A8B}" dt="2024-04-14T08:05:33.878" v="1079"/>
        <pc:sldMkLst>
          <pc:docMk/>
          <pc:sldMk cId="293063222" sldId="259"/>
        </pc:sldMkLst>
        <pc:spChg chg="mod">
          <ac:chgData name="Ruizhe Yang" userId="1f4dbac11b4521d8" providerId="LiveId" clId="{0092FCA5-30B9-457D-896B-50DD7B730A8B}" dt="2024-04-14T07:52:58.243" v="925"/>
          <ac:spMkLst>
            <pc:docMk/>
            <pc:sldMk cId="293063222" sldId="259"/>
            <ac:spMk id="8" creationId="{5F9090ED-A0E7-D51A-D605-72CE74722520}"/>
          </ac:spMkLst>
        </pc:spChg>
        <pc:spChg chg="add del mod">
          <ac:chgData name="Ruizhe Yang" userId="1f4dbac11b4521d8" providerId="LiveId" clId="{0092FCA5-30B9-457D-896B-50DD7B730A8B}" dt="2024-04-14T07:57:31.293" v="954" actId="478"/>
          <ac:spMkLst>
            <pc:docMk/>
            <pc:sldMk cId="293063222" sldId="259"/>
            <ac:spMk id="10" creationId="{F10722BE-48AA-E509-3F58-430DE4313C60}"/>
          </ac:spMkLst>
        </pc:spChg>
        <pc:picChg chg="del">
          <ac:chgData name="Ruizhe Yang" userId="1f4dbac11b4521d8" providerId="LiveId" clId="{0092FCA5-30B9-457D-896B-50DD7B730A8B}" dt="2024-04-14T07:53:00.226" v="927" actId="478"/>
          <ac:picMkLst>
            <pc:docMk/>
            <pc:sldMk cId="293063222" sldId="259"/>
            <ac:picMk id="3" creationId="{0FABF727-9B58-23DA-A7CF-86055100E04E}"/>
          </ac:picMkLst>
        </pc:picChg>
        <pc:picChg chg="add mod">
          <ac:chgData name="Ruizhe Yang" userId="1f4dbac11b4521d8" providerId="LiveId" clId="{0092FCA5-30B9-457D-896B-50DD7B730A8B}" dt="2024-04-14T07:57:32.151" v="955" actId="1076"/>
          <ac:picMkLst>
            <pc:docMk/>
            <pc:sldMk cId="293063222" sldId="259"/>
            <ac:picMk id="7" creationId="{916C0A61-E2D7-1835-BCC3-0712C0075BA3}"/>
          </ac:picMkLst>
        </pc:picChg>
        <pc:picChg chg="del">
          <ac:chgData name="Ruizhe Yang" userId="1f4dbac11b4521d8" providerId="LiveId" clId="{0092FCA5-30B9-457D-896B-50DD7B730A8B}" dt="2024-04-14T07:52:59.752" v="926" actId="478"/>
          <ac:picMkLst>
            <pc:docMk/>
            <pc:sldMk cId="293063222" sldId="259"/>
            <ac:picMk id="9" creationId="{B03BC81D-FBBD-B640-549E-F5BC01A3D897}"/>
          </ac:picMkLst>
        </pc:picChg>
        <pc:picChg chg="add mod modCrop">
          <ac:chgData name="Ruizhe Yang" userId="1f4dbac11b4521d8" providerId="LiveId" clId="{0092FCA5-30B9-457D-896B-50DD7B730A8B}" dt="2024-04-14T08:00:11.261" v="973" actId="1076"/>
          <ac:picMkLst>
            <pc:docMk/>
            <pc:sldMk cId="293063222" sldId="259"/>
            <ac:picMk id="12" creationId="{E95C1D03-D881-F706-9552-6211215F7E9D}"/>
          </ac:picMkLst>
        </pc:picChg>
        <pc:picChg chg="add mod modCrop">
          <ac:chgData name="Ruizhe Yang" userId="1f4dbac11b4521d8" providerId="LiveId" clId="{0092FCA5-30B9-457D-896B-50DD7B730A8B}" dt="2024-04-14T08:00:42.368" v="986" actId="1076"/>
          <ac:picMkLst>
            <pc:docMk/>
            <pc:sldMk cId="293063222" sldId="259"/>
            <ac:picMk id="13" creationId="{283945F2-826C-2057-9E1C-7B61DC72A5C6}"/>
          </ac:picMkLst>
        </pc:picChg>
        <pc:picChg chg="add mod modCrop">
          <ac:chgData name="Ruizhe Yang" userId="1f4dbac11b4521d8" providerId="LiveId" clId="{0092FCA5-30B9-457D-896B-50DD7B730A8B}" dt="2024-04-14T08:00:43.738" v="987" actId="1076"/>
          <ac:picMkLst>
            <pc:docMk/>
            <pc:sldMk cId="293063222" sldId="259"/>
            <ac:picMk id="14" creationId="{EC861106-BB22-6D9D-551F-65E187CC795D}"/>
          </ac:picMkLst>
        </pc:picChg>
      </pc:sldChg>
      <pc:sldMasterChg chg="setBg modSldLayout">
        <pc:chgData name="Ruizhe Yang" userId="1f4dbac11b4521d8" providerId="LiveId" clId="{0092FCA5-30B9-457D-896B-50DD7B730A8B}" dt="2024-04-14T07:49:54.779" v="861"/>
        <pc:sldMasterMkLst>
          <pc:docMk/>
          <pc:sldMasterMk cId="4236286504" sldId="2147483648"/>
        </pc:sldMasterMkLst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1211274422" sldId="2147483649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3510072462" sldId="2147483650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1972968981" sldId="2147483651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3907381854" sldId="2147483652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3431413482" sldId="2147483653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2255714282" sldId="2147483654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2382721326" sldId="2147483655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804976328" sldId="2147483656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1340158989" sldId="2147483657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4115150312" sldId="2147483658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225510289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01BA64-2DB9-41C3-96A1-2E5F58465B7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77900" y="1241425"/>
            <a:ext cx="4841875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768" y="4778722"/>
            <a:ext cx="5438140" cy="3909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31600"/>
            <a:ext cx="2945659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0443" y="9431600"/>
            <a:ext cx="2945659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AE39D4-18B6-417D-9F5D-58FF8E6E5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9368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28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55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10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638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765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893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021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1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9" indent="0" algn="ctr">
              <a:buNone/>
              <a:defRPr sz="2000"/>
            </a:lvl2pPr>
            <a:lvl3pPr marL="914458" indent="0" algn="ctr">
              <a:buNone/>
              <a:defRPr sz="1800"/>
            </a:lvl3pPr>
            <a:lvl4pPr marL="1371688" indent="0" algn="ctr">
              <a:buNone/>
              <a:defRPr sz="1600"/>
            </a:lvl4pPr>
            <a:lvl5pPr marL="1828916" indent="0" algn="ctr">
              <a:buNone/>
              <a:defRPr sz="1600"/>
            </a:lvl5pPr>
            <a:lvl6pPr marL="2286146" indent="0" algn="ctr">
              <a:buNone/>
              <a:defRPr sz="1600"/>
            </a:lvl6pPr>
            <a:lvl7pPr marL="2743375" indent="0" algn="ctr">
              <a:buNone/>
              <a:defRPr sz="1600"/>
            </a:lvl7pPr>
            <a:lvl8pPr marL="3200604" indent="0" algn="ctr">
              <a:buNone/>
              <a:defRPr sz="1600"/>
            </a:lvl8pPr>
            <a:lvl9pPr marL="3657833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53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2819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80" y="1709741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80" y="4589466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2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5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91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60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8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9655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4" y="1825625"/>
            <a:ext cx="42100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1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365128"/>
            <a:ext cx="85439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4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9" indent="0">
              <a:buNone/>
              <a:defRPr sz="2000" b="1"/>
            </a:lvl2pPr>
            <a:lvl3pPr marL="914458" indent="0">
              <a:buNone/>
              <a:defRPr sz="1800" b="1"/>
            </a:lvl3pPr>
            <a:lvl4pPr marL="1371688" indent="0">
              <a:buNone/>
              <a:defRPr sz="1600" b="1"/>
            </a:lvl4pPr>
            <a:lvl5pPr marL="1828916" indent="0">
              <a:buNone/>
              <a:defRPr sz="1600" b="1"/>
            </a:lvl5pPr>
            <a:lvl6pPr marL="2286146" indent="0">
              <a:buNone/>
              <a:defRPr sz="1600" b="1"/>
            </a:lvl6pPr>
            <a:lvl7pPr marL="2743375" indent="0">
              <a:buNone/>
              <a:defRPr sz="1600" b="1"/>
            </a:lvl7pPr>
            <a:lvl8pPr marL="3200604" indent="0">
              <a:buNone/>
              <a:defRPr sz="1600" b="1"/>
            </a:lvl8pPr>
            <a:lvl9pPr marL="3657833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4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9" indent="0">
              <a:buNone/>
              <a:defRPr sz="2000" b="1"/>
            </a:lvl2pPr>
            <a:lvl3pPr marL="914458" indent="0">
              <a:buNone/>
              <a:defRPr sz="1800" b="1"/>
            </a:lvl3pPr>
            <a:lvl4pPr marL="1371688" indent="0">
              <a:buNone/>
              <a:defRPr sz="1600" b="1"/>
            </a:lvl4pPr>
            <a:lvl5pPr marL="1828916" indent="0">
              <a:buNone/>
              <a:defRPr sz="1600" b="1"/>
            </a:lvl5pPr>
            <a:lvl6pPr marL="2286146" indent="0">
              <a:buNone/>
              <a:defRPr sz="1600" b="1"/>
            </a:lvl6pPr>
            <a:lvl7pPr marL="2743375" indent="0">
              <a:buNone/>
              <a:defRPr sz="1600" b="1"/>
            </a:lvl7pPr>
            <a:lvl8pPr marL="3200604" indent="0">
              <a:buNone/>
              <a:defRPr sz="1600" b="1"/>
            </a:lvl8pPr>
            <a:lvl9pPr marL="3657833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3120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892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3832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1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9" indent="0">
              <a:buNone/>
              <a:defRPr sz="1400"/>
            </a:lvl2pPr>
            <a:lvl3pPr marL="914458" indent="0">
              <a:buNone/>
              <a:defRPr sz="1200"/>
            </a:lvl3pPr>
            <a:lvl4pPr marL="1371688" indent="0">
              <a:buNone/>
              <a:defRPr sz="1000"/>
            </a:lvl4pPr>
            <a:lvl5pPr marL="1828916" indent="0">
              <a:buNone/>
              <a:defRPr sz="1000"/>
            </a:lvl5pPr>
            <a:lvl6pPr marL="2286146" indent="0">
              <a:buNone/>
              <a:defRPr sz="1000"/>
            </a:lvl6pPr>
            <a:lvl7pPr marL="2743375" indent="0">
              <a:buNone/>
              <a:defRPr sz="1000"/>
            </a:lvl7pPr>
            <a:lvl8pPr marL="3200604" indent="0">
              <a:buNone/>
              <a:defRPr sz="1000"/>
            </a:lvl8pPr>
            <a:lvl9pPr marL="3657833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1717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1"/>
            </a:lvl1pPr>
            <a:lvl2pPr marL="457229" indent="0">
              <a:buNone/>
              <a:defRPr sz="2800"/>
            </a:lvl2pPr>
            <a:lvl3pPr marL="914458" indent="0">
              <a:buNone/>
              <a:defRPr sz="2400"/>
            </a:lvl3pPr>
            <a:lvl4pPr marL="1371688" indent="0">
              <a:buNone/>
              <a:defRPr sz="2000"/>
            </a:lvl4pPr>
            <a:lvl5pPr marL="1828916" indent="0">
              <a:buNone/>
              <a:defRPr sz="2000"/>
            </a:lvl5pPr>
            <a:lvl6pPr marL="2286146" indent="0">
              <a:buNone/>
              <a:defRPr sz="2000"/>
            </a:lvl6pPr>
            <a:lvl7pPr marL="2743375" indent="0">
              <a:buNone/>
              <a:defRPr sz="2000"/>
            </a:lvl7pPr>
            <a:lvl8pPr marL="3200604" indent="0">
              <a:buNone/>
              <a:defRPr sz="2000"/>
            </a:lvl8pPr>
            <a:lvl9pPr marL="3657833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1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9" indent="0">
              <a:buNone/>
              <a:defRPr sz="1400"/>
            </a:lvl2pPr>
            <a:lvl3pPr marL="914458" indent="0">
              <a:buNone/>
              <a:defRPr sz="1200"/>
            </a:lvl3pPr>
            <a:lvl4pPr marL="1371688" indent="0">
              <a:buNone/>
              <a:defRPr sz="1000"/>
            </a:lvl4pPr>
            <a:lvl5pPr marL="1828916" indent="0">
              <a:buNone/>
              <a:defRPr sz="1000"/>
            </a:lvl5pPr>
            <a:lvl6pPr marL="2286146" indent="0">
              <a:buNone/>
              <a:defRPr sz="1000"/>
            </a:lvl6pPr>
            <a:lvl7pPr marL="2743375" indent="0">
              <a:buNone/>
              <a:defRPr sz="1000"/>
            </a:lvl7pPr>
            <a:lvl8pPr marL="3200604" indent="0">
              <a:buNone/>
              <a:defRPr sz="1000"/>
            </a:lvl8pPr>
            <a:lvl9pPr marL="3657833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7992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7578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3" y="365126"/>
            <a:ext cx="2135981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9" y="365126"/>
            <a:ext cx="628411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1736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9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9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F4D98-94C1-47F8-82C9-964CF0395BC0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4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541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5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5" indent="-228615" algn="l" defTabSz="91445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43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73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302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31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60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89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218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448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9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58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88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16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46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75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04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833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3F9FE7B-61B6-35BF-4CE1-D68F0392C8CC}"/>
              </a:ext>
            </a:extLst>
          </p:cNvPr>
          <p:cNvSpPr/>
          <p:nvPr/>
        </p:nvSpPr>
        <p:spPr>
          <a:xfrm>
            <a:off x="2385302" y="1911882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5A39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Body Level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A38FA4-FC61-1DFE-94CC-86530537EB02}"/>
              </a:ext>
            </a:extLst>
          </p:cNvPr>
          <p:cNvSpPr/>
          <p:nvPr/>
        </p:nvSpPr>
        <p:spPr>
          <a:xfrm>
            <a:off x="161202" y="1911882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根据父节点属性分类</a:t>
            </a:r>
            <a:endParaRPr lang="en-US" altLang="zh-CN" sz="1400">
              <a:latin typeface="Abadi" panose="020B0604020104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473A040-7C9D-D35C-0FDB-383DF4756D94}"/>
              </a:ext>
            </a:extLst>
          </p:cNvPr>
          <p:cNvSpPr/>
          <p:nvPr/>
        </p:nvSpPr>
        <p:spPr>
          <a:xfrm>
            <a:off x="2385302" y="2486798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5A39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Abstract Level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844B36-D739-0840-37C9-52E6874BB856}"/>
              </a:ext>
            </a:extLst>
          </p:cNvPr>
          <p:cNvSpPr/>
          <p:nvPr/>
        </p:nvSpPr>
        <p:spPr>
          <a:xfrm>
            <a:off x="161201" y="2486798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依据元素类型进行分类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E3A118-A58F-F0B4-C07A-94C0B4EF51C9}"/>
              </a:ext>
            </a:extLst>
          </p:cNvPr>
          <p:cNvSpPr/>
          <p:nvPr/>
        </p:nvSpPr>
        <p:spPr>
          <a:xfrm>
            <a:off x="2385302" y="3180139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Instance Level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71A0F3-C83C-39EE-FA25-95A0C7C87597}"/>
              </a:ext>
            </a:extLst>
          </p:cNvPr>
          <p:cNvSpPr/>
          <p:nvPr/>
        </p:nvSpPr>
        <p:spPr>
          <a:xfrm>
            <a:off x="161200" y="3245180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确定为唯一元素实体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7B62E59-D009-5D0E-8625-476F29C1B2BD}"/>
              </a:ext>
            </a:extLst>
          </p:cNvPr>
          <p:cNvSpPr/>
          <p:nvPr/>
        </p:nvSpPr>
        <p:spPr>
          <a:xfrm>
            <a:off x="2385302" y="4414333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Enum Level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3D300-0017-4EF6-8833-23E47046A185}"/>
              </a:ext>
            </a:extLst>
          </p:cNvPr>
          <p:cNvSpPr/>
          <p:nvPr/>
        </p:nvSpPr>
        <p:spPr>
          <a:xfrm>
            <a:off x="161201" y="4414333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枚举类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961F7FA-19D6-CE0C-5A3B-E92166F213A0}"/>
              </a:ext>
            </a:extLst>
          </p:cNvPr>
          <p:cNvSpPr/>
          <p:nvPr/>
        </p:nvSpPr>
        <p:spPr>
          <a:xfrm>
            <a:off x="2385302" y="3814239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Fragment Level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BCBA2A2-9740-EA07-5AA8-F091D81A1BCD}"/>
              </a:ext>
            </a:extLst>
          </p:cNvPr>
          <p:cNvSpPr/>
          <p:nvPr/>
        </p:nvSpPr>
        <p:spPr>
          <a:xfrm>
            <a:off x="161200" y="3848570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模块化字段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C85FEB-788F-4DCD-C49A-5DB2206226DF}"/>
              </a:ext>
            </a:extLst>
          </p:cNvPr>
          <p:cNvSpPr/>
          <p:nvPr/>
        </p:nvSpPr>
        <p:spPr>
          <a:xfrm>
            <a:off x="2385302" y="5024500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Text Level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51B4CE-79F0-AA00-1569-91FA90F2D150}"/>
              </a:ext>
            </a:extLst>
          </p:cNvPr>
          <p:cNvSpPr/>
          <p:nvPr/>
        </p:nvSpPr>
        <p:spPr>
          <a:xfrm>
            <a:off x="161201" y="5024500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模块化字节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93222A-FAD8-FCE7-3287-EDDE162E2244}"/>
              </a:ext>
            </a:extLst>
          </p:cNvPr>
          <p:cNvSpPr/>
          <p:nvPr/>
        </p:nvSpPr>
        <p:spPr>
          <a:xfrm>
            <a:off x="2385302" y="5655446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Terminal Level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342B4B-0184-98E6-0163-76FBB4DBF79A}"/>
              </a:ext>
            </a:extLst>
          </p:cNvPr>
          <p:cNvSpPr/>
          <p:nvPr/>
        </p:nvSpPr>
        <p:spPr>
          <a:xfrm>
            <a:off x="161200" y="5621114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单词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B07055A-4B9C-D53B-C126-DFB6C55B1DB2}"/>
              </a:ext>
            </a:extLst>
          </p:cNvPr>
          <p:cNvSpPr txBox="1"/>
          <p:nvPr/>
        </p:nvSpPr>
        <p:spPr>
          <a:xfrm>
            <a:off x="4510492" y="52028"/>
            <a:ext cx="4986370" cy="6001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part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SmallVehicle :&gt; Vehicle {</a:t>
            </a:r>
          </a:p>
          <a:p>
            <a:pPr marL="0" marR="0">
              <a:buNone/>
            </a:pP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	part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smallEng : SmallEngine </a:t>
            </a: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redefines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eng;</a:t>
            </a:r>
          </a:p>
          <a:p>
            <a:pPr marL="0" marR="0">
              <a:buNone/>
            </a:pP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B692485-8A77-1CD4-836F-66EA1B5BA8AB}"/>
              </a:ext>
            </a:extLst>
          </p:cNvPr>
          <p:cNvSpPr txBox="1"/>
          <p:nvPr/>
        </p:nvSpPr>
        <p:spPr>
          <a:xfrm>
            <a:off x="4510492" y="781900"/>
            <a:ext cx="5267763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AttributeDefinition:</a:t>
            </a:r>
          </a:p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MemberPrefix DefinitionPrefix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'attribute'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CN" sz="700" u="sng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DefinitionDeclaration </a:t>
            </a:r>
          </a:p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(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';'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'{'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7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(elements+=DefinitionBodyElement)*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'}'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5883010-9550-1D42-4CAB-E90CE387D185}"/>
              </a:ext>
            </a:extLst>
          </p:cNvPr>
          <p:cNvSpPr txBox="1"/>
          <p:nvPr/>
        </p:nvSpPr>
        <p:spPr>
          <a:xfrm>
            <a:off x="4510492" y="1391886"/>
            <a:ext cx="2153178" cy="95410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 sz="900">
                <a:solidFill>
                  <a:srgbClr val="000000"/>
                </a:solidFill>
                <a:effectLst/>
                <a:latin typeface="Consolas" panose="020B0609020204030204" pitchFamily="49" charset="0"/>
              </a:defRPr>
            </a:lvl1pPr>
          </a:lstStyle>
          <a:p>
            <a:r>
              <a:rPr lang="en-US" altLang="zh-CN" sz="700"/>
              <a:t>DefinitionBodyElement:</a:t>
            </a:r>
          </a:p>
          <a:p>
            <a:pPr lvl="1"/>
            <a:r>
              <a:rPr lang="en-US" altLang="zh-CN" sz="700"/>
              <a:t>AnnotatingElement</a:t>
            </a:r>
          </a:p>
          <a:p>
            <a:pPr lvl="1"/>
            <a:r>
              <a:rPr lang="en-US" altLang="zh-CN" sz="700"/>
              <a:t>| ImportElement</a:t>
            </a:r>
          </a:p>
          <a:p>
            <a:pPr lvl="1"/>
            <a:r>
              <a:rPr lang="en-US" altLang="zh-CN" sz="700"/>
              <a:t>| DefinitionElement</a:t>
            </a:r>
          </a:p>
          <a:p>
            <a:pPr lvl="1"/>
            <a:r>
              <a:rPr lang="en-US" altLang="zh-CN" sz="700"/>
              <a:t>| </a:t>
            </a:r>
            <a:r>
              <a:rPr lang="en-US" altLang="zh-CN" sz="700">
                <a:highlight>
                  <a:srgbClr val="FFFF00"/>
                </a:highlight>
              </a:rPr>
              <a:t>UsageElement</a:t>
            </a:r>
          </a:p>
          <a:p>
            <a:pPr lvl="1"/>
            <a:r>
              <a:rPr lang="en-US" altLang="zh-CN" sz="700"/>
              <a:t>| CodeAnnotation</a:t>
            </a:r>
          </a:p>
          <a:p>
            <a:pPr lvl="1"/>
            <a:r>
              <a:rPr lang="en-US" altLang="zh-CN" sz="700"/>
              <a:t>| AliasElement</a:t>
            </a:r>
          </a:p>
          <a:p>
            <a:r>
              <a:rPr lang="en-US" altLang="zh-CN" sz="700"/>
              <a:t>;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21A927C-0CD3-D54A-9BA5-5105C3D4CAD2}"/>
              </a:ext>
            </a:extLst>
          </p:cNvPr>
          <p:cNvSpPr txBox="1"/>
          <p:nvPr/>
        </p:nvSpPr>
        <p:spPr>
          <a:xfrm>
            <a:off x="4553163" y="2432759"/>
            <a:ext cx="1746830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 sz="700">
                <a:solidFill>
                  <a:srgbClr val="000000"/>
                </a:solidFill>
                <a:effectLst/>
                <a:latin typeface="Consolas" panose="020B0609020204030204" pitchFamily="49" charset="0"/>
              </a:defRPr>
            </a:lvl1pPr>
            <a:lvl2pPr lvl="1">
              <a:defRPr sz="700"/>
            </a:lvl2pPr>
          </a:lstStyle>
          <a:p>
            <a:r>
              <a:rPr lang="en-US" altLang="zh-CN"/>
              <a:t>UsageElement:</a:t>
            </a:r>
          </a:p>
          <a:p>
            <a:pPr lvl="1"/>
            <a:r>
              <a:rPr lang="en-US" altLang="zh-CN"/>
              <a:t>NonOccurrenceUsageElement </a:t>
            </a:r>
          </a:p>
          <a:p>
            <a:pPr lvl="1"/>
            <a:r>
              <a:rPr lang="en-US" altLang="zh-CN"/>
              <a:t>| </a:t>
            </a:r>
            <a:r>
              <a:rPr lang="en-US" altLang="zh-CN">
                <a:highlight>
                  <a:srgbClr val="FFFF00"/>
                </a:highlight>
              </a:rPr>
              <a:t>OccurrenceUsageElement</a:t>
            </a:r>
          </a:p>
          <a:p>
            <a:r>
              <a:rPr lang="en-US" altLang="zh-CN"/>
              <a:t>;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0CEC16-93BC-C003-4A9D-8D86C07E674D}"/>
              </a:ext>
            </a:extLst>
          </p:cNvPr>
          <p:cNvSpPr txBox="1"/>
          <p:nvPr/>
        </p:nvSpPr>
        <p:spPr>
          <a:xfrm>
            <a:off x="6371074" y="2432759"/>
            <a:ext cx="1546597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 sz="700">
                <a:solidFill>
                  <a:srgbClr val="000000"/>
                </a:solidFill>
                <a:effectLst/>
                <a:latin typeface="Consolas" panose="020B0609020204030204" pitchFamily="49" charset="0"/>
              </a:defRPr>
            </a:lvl1pPr>
            <a:lvl2pPr lvl="1">
              <a:defRPr sz="700"/>
            </a:lvl2pPr>
          </a:lstStyle>
          <a:p>
            <a:r>
              <a:rPr lang="en-US" altLang="zh-CN"/>
              <a:t>OccurrenceUsageElement:</a:t>
            </a:r>
          </a:p>
          <a:p>
            <a:pPr lvl="1"/>
            <a:r>
              <a:rPr lang="en-US" altLang="zh-CN">
                <a:highlight>
                  <a:srgbClr val="FFFF00"/>
                </a:highlight>
              </a:rPr>
              <a:t>StructureUsageElement</a:t>
            </a:r>
            <a:r>
              <a:rPr lang="en-US" altLang="zh-CN"/>
              <a:t> </a:t>
            </a:r>
          </a:p>
          <a:p>
            <a:pPr lvl="1"/>
            <a:r>
              <a:rPr lang="en-US" altLang="zh-CN"/>
              <a:t>| BehaviorUsageElement</a:t>
            </a:r>
          </a:p>
          <a:p>
            <a:r>
              <a:rPr lang="en-US" altLang="zh-CN"/>
              <a:t>;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C9ABF47-1BF1-1DC0-A965-8E13F207A024}"/>
              </a:ext>
            </a:extLst>
          </p:cNvPr>
          <p:cNvSpPr txBox="1"/>
          <p:nvPr/>
        </p:nvSpPr>
        <p:spPr>
          <a:xfrm>
            <a:off x="7988752" y="1376608"/>
            <a:ext cx="1746830" cy="1661993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StructureUsageElement: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OccurrenceUsage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IndividualUsage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PortionUsage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EventOccurrenceUsage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ItemUsage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altLang="zh-CN" sz="6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PartUsage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ViewUsage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RenderingUsage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PortUsage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ConnectionUsage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InterfaceUsage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AllocationUsage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Message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FlowConnectionUsage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SuccessionFlowConnectionUsage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806F628-D79B-54B3-3442-4722B2492E05}"/>
              </a:ext>
            </a:extLst>
          </p:cNvPr>
          <p:cNvSpPr txBox="1"/>
          <p:nvPr/>
        </p:nvSpPr>
        <p:spPr>
          <a:xfrm>
            <a:off x="4695585" y="3086892"/>
            <a:ext cx="4847126" cy="861774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PartUsage:</a:t>
            </a:r>
          </a:p>
          <a:p>
            <a:pPr lvl="1"/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EmptySuccessionPrefix</a:t>
            </a:r>
          </a:p>
          <a:p>
            <a:pPr lvl="1"/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MemberPrefix OccurrenceUsagePrefix 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'part'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Usage </a:t>
            </a:r>
          </a:p>
          <a:p>
            <a:pPr lvl="1"/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';'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'{'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(elements+=UsageBodyElement)* 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'}'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>
              <a:buNone/>
            </a:pP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78124CE-883C-3D56-66D9-37447A4970EA}"/>
              </a:ext>
            </a:extLst>
          </p:cNvPr>
          <p:cNvSpPr/>
          <p:nvPr/>
        </p:nvSpPr>
        <p:spPr>
          <a:xfrm>
            <a:off x="5186942" y="3275113"/>
            <a:ext cx="1585924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3D0B66-D364-C735-5457-8E368EE7CBEB}"/>
              </a:ext>
            </a:extLst>
          </p:cNvPr>
          <p:cNvSpPr/>
          <p:nvPr/>
        </p:nvSpPr>
        <p:spPr>
          <a:xfrm>
            <a:off x="5174330" y="3275113"/>
            <a:ext cx="1585924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A8F5187-41EA-DFC8-6441-CD292F51CE74}"/>
              </a:ext>
            </a:extLst>
          </p:cNvPr>
          <p:cNvSpPr/>
          <p:nvPr/>
        </p:nvSpPr>
        <p:spPr>
          <a:xfrm>
            <a:off x="5174330" y="3427423"/>
            <a:ext cx="961609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C29A9EF-960B-2AE9-AB9E-174B2501237A}"/>
              </a:ext>
            </a:extLst>
          </p:cNvPr>
          <p:cNvSpPr/>
          <p:nvPr/>
        </p:nvSpPr>
        <p:spPr>
          <a:xfrm>
            <a:off x="6135939" y="3434954"/>
            <a:ext cx="1528162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C184A17-2A2A-F5B1-8FC7-74DFE157ABC6}"/>
              </a:ext>
            </a:extLst>
          </p:cNvPr>
          <p:cNvSpPr/>
          <p:nvPr/>
        </p:nvSpPr>
        <p:spPr>
          <a:xfrm>
            <a:off x="8147618" y="3434954"/>
            <a:ext cx="455787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FEAE831B-82CC-2CC7-72B1-2769C8B8023D}"/>
              </a:ext>
            </a:extLst>
          </p:cNvPr>
          <p:cNvCxnSpPr>
            <a:stCxn id="12" idx="3"/>
            <a:endCxn id="46" idx="2"/>
          </p:cNvCxnSpPr>
          <p:nvPr/>
        </p:nvCxnSpPr>
        <p:spPr>
          <a:xfrm flipV="1">
            <a:off x="4439570" y="3581310"/>
            <a:ext cx="1215565" cy="421149"/>
          </a:xfrm>
          <a:prstGeom prst="bentConnector2">
            <a:avLst/>
          </a:prstGeom>
          <a:ln w="12700">
            <a:solidFill>
              <a:srgbClr val="EB3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350D7904-8981-6BDD-EFD8-AEFC069F2AFC}"/>
              </a:ext>
            </a:extLst>
          </p:cNvPr>
          <p:cNvCxnSpPr>
            <a:cxnSpLocks/>
            <a:stCxn id="12" idx="3"/>
            <a:endCxn id="47" idx="2"/>
          </p:cNvCxnSpPr>
          <p:nvPr/>
        </p:nvCxnSpPr>
        <p:spPr>
          <a:xfrm flipV="1">
            <a:off x="4439570" y="3588841"/>
            <a:ext cx="2460450" cy="413618"/>
          </a:xfrm>
          <a:prstGeom prst="bentConnector2">
            <a:avLst/>
          </a:prstGeom>
          <a:ln w="12700">
            <a:solidFill>
              <a:srgbClr val="EB3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111B6FF7-EC67-E67F-AE2F-08CFFFC6B1F3}"/>
              </a:ext>
            </a:extLst>
          </p:cNvPr>
          <p:cNvCxnSpPr>
            <a:cxnSpLocks/>
            <a:stCxn id="12" idx="3"/>
            <a:endCxn id="48" idx="2"/>
          </p:cNvCxnSpPr>
          <p:nvPr/>
        </p:nvCxnSpPr>
        <p:spPr>
          <a:xfrm flipV="1">
            <a:off x="4439570" y="3588841"/>
            <a:ext cx="3935942" cy="413618"/>
          </a:xfrm>
          <a:prstGeom prst="bentConnector2">
            <a:avLst/>
          </a:prstGeom>
          <a:ln w="12700">
            <a:solidFill>
              <a:srgbClr val="EB3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953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C5F12E6-2C34-8358-BD0A-5BE87E860F8B}"/>
              </a:ext>
            </a:extLst>
          </p:cNvPr>
          <p:cNvSpPr/>
          <p:nvPr/>
        </p:nvSpPr>
        <p:spPr>
          <a:xfrm>
            <a:off x="1472828" y="1098286"/>
            <a:ext cx="1069733" cy="213901"/>
          </a:xfrm>
          <a:prstGeom prst="rect">
            <a:avLst/>
          </a:prstGeom>
          <a:solidFill>
            <a:schemeClr val="bg1"/>
          </a:solidFill>
          <a:ln w="19050">
            <a:solidFill>
              <a:srgbClr val="AEEC8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Abadi" panose="020B0604020104020204" pitchFamily="34" charset="0"/>
              </a:rPr>
              <a:t>Base.kerml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E75676-4CFF-ED04-ECD6-CF163E4C0D57}"/>
              </a:ext>
            </a:extLst>
          </p:cNvPr>
          <p:cNvSpPr txBox="1"/>
          <p:nvPr/>
        </p:nvSpPr>
        <p:spPr>
          <a:xfrm>
            <a:off x="6682160" y="258901"/>
            <a:ext cx="350202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500"/>
              <a:t>SysML.library</a:t>
            </a:r>
          </a:p>
          <a:p>
            <a:pPr marL="457200" lvl="1"/>
            <a:r>
              <a:rPr lang="en-US" altLang="zh-CN" sz="500"/>
              <a:t>Kernel Libraries</a:t>
            </a:r>
          </a:p>
          <a:p>
            <a:pPr marL="914400" lvl="2"/>
            <a:r>
              <a:rPr lang="en-US" altLang="zh-CN" sz="500"/>
              <a:t>Kernel Semantic Library</a:t>
            </a:r>
          </a:p>
          <a:p>
            <a:pPr marL="1371600" lvl="3"/>
            <a:r>
              <a:rPr lang="en-US" altLang="zh-CN" sz="500"/>
              <a:t>Clocks.kerml</a:t>
            </a:r>
          </a:p>
          <a:p>
            <a:pPr marL="1371600" lvl="3"/>
            <a:r>
              <a:rPr lang="en-US" altLang="zh-CN" sz="500"/>
              <a:t>ControlPerformances.kerml</a:t>
            </a:r>
          </a:p>
          <a:p>
            <a:pPr marL="1371600" lvl="3"/>
            <a:r>
              <a:rPr lang="en-US" altLang="zh-CN" sz="500"/>
              <a:t>FeatureReferencingPerformances.kerml</a:t>
            </a:r>
          </a:p>
          <a:p>
            <a:pPr marL="1371600" lvl="3"/>
            <a:r>
              <a:rPr lang="en-US" altLang="zh-CN" sz="500"/>
              <a:t>KerML.kerml</a:t>
            </a:r>
          </a:p>
          <a:p>
            <a:pPr marL="1371600" lvl="3"/>
            <a:r>
              <a:rPr lang="en-US" altLang="zh-CN" sz="500"/>
              <a:t>Links.kerml</a:t>
            </a:r>
          </a:p>
          <a:p>
            <a:pPr marL="1371600" lvl="3"/>
            <a:r>
              <a:rPr lang="en-US" altLang="zh-CN" sz="500"/>
              <a:t>Metaobjects.kerml</a:t>
            </a:r>
          </a:p>
          <a:p>
            <a:pPr marL="1371600" lvl="3"/>
            <a:r>
              <a:rPr lang="en-US" altLang="zh-CN" sz="500"/>
              <a:t>Objects.kerml</a:t>
            </a:r>
          </a:p>
          <a:p>
            <a:pPr marL="1371600" lvl="3"/>
            <a:r>
              <a:rPr lang="en-US" altLang="zh-CN" sz="500"/>
              <a:t>Observation.kerml</a:t>
            </a:r>
          </a:p>
          <a:p>
            <a:pPr marL="1371600" lvl="3"/>
            <a:r>
              <a:rPr lang="en-US" altLang="zh-CN" sz="500"/>
              <a:t>Occurrences.kerml</a:t>
            </a:r>
          </a:p>
          <a:p>
            <a:pPr marL="1371600" lvl="3"/>
            <a:r>
              <a:rPr lang="en-US" altLang="zh-CN" sz="500"/>
              <a:t>Performances.kerml</a:t>
            </a:r>
          </a:p>
          <a:p>
            <a:pPr marL="1371600" lvl="3"/>
            <a:r>
              <a:rPr lang="en-US" altLang="zh-CN" sz="500"/>
              <a:t>SpatialFrames.kerml</a:t>
            </a:r>
          </a:p>
          <a:p>
            <a:pPr marL="1371600" lvl="3"/>
            <a:r>
              <a:rPr lang="en-US" altLang="zh-CN" sz="500"/>
              <a:t>StatePerformances.kerml</a:t>
            </a:r>
          </a:p>
          <a:p>
            <a:pPr marL="1371600" lvl="3"/>
            <a:r>
              <a:rPr lang="en-US" altLang="zh-CN" sz="500"/>
              <a:t>Transfers.kerml</a:t>
            </a:r>
          </a:p>
          <a:p>
            <a:pPr marL="1371600" lvl="3"/>
            <a:r>
              <a:rPr lang="en-US" altLang="zh-CN" sz="500"/>
              <a:t>TransitionPerformances.kerml</a:t>
            </a:r>
          </a:p>
          <a:p>
            <a:pPr marL="1371600" lvl="3"/>
            <a:r>
              <a:rPr lang="en-US" altLang="zh-CN" sz="500"/>
              <a:t>Triggers.kerml</a:t>
            </a:r>
          </a:p>
          <a:p>
            <a:pPr marL="914400" lvl="2"/>
            <a:r>
              <a:rPr lang="en-US" altLang="zh-CN" sz="500"/>
              <a:t>Kernel Data Type Library</a:t>
            </a:r>
          </a:p>
          <a:p>
            <a:pPr marL="1371600" lvl="3"/>
            <a:r>
              <a:rPr lang="en-US" altLang="zh-CN" sz="500"/>
              <a:t>Collections.kerml</a:t>
            </a:r>
          </a:p>
          <a:p>
            <a:pPr marL="1371600" lvl="3"/>
            <a:r>
              <a:rPr lang="en-US" altLang="zh-CN" sz="500"/>
              <a:t>VectorValues.kerml</a:t>
            </a:r>
          </a:p>
          <a:p>
            <a:pPr marL="914400" lvl="2"/>
            <a:r>
              <a:rPr lang="en-US" altLang="zh-CN" sz="500"/>
              <a:t>Kernel Function Library</a:t>
            </a:r>
          </a:p>
          <a:p>
            <a:pPr marL="1371600" lvl="3"/>
            <a:r>
              <a:rPr lang="en-US" altLang="zh-CN" sz="500"/>
              <a:t>BaseFunctions.kerml</a:t>
            </a:r>
          </a:p>
          <a:p>
            <a:pPr marL="1371600" lvl="3"/>
            <a:r>
              <a:rPr lang="en-US" altLang="zh-CN" sz="500"/>
              <a:t>BooleanFunctions.kerml</a:t>
            </a:r>
          </a:p>
          <a:p>
            <a:pPr marL="1371600" lvl="3"/>
            <a:r>
              <a:rPr lang="en-US" altLang="zh-CN" sz="500"/>
              <a:t>CollectionFunctions.kerml</a:t>
            </a:r>
          </a:p>
          <a:p>
            <a:pPr marL="1371600" lvl="3"/>
            <a:r>
              <a:rPr lang="en-US" altLang="zh-CN" sz="500"/>
              <a:t>ComplexFunctions.kerml</a:t>
            </a:r>
          </a:p>
          <a:p>
            <a:pPr marL="1371600" lvl="3"/>
            <a:r>
              <a:rPr lang="en-US" altLang="zh-CN" sz="500"/>
              <a:t>ControlFunctions.kerml</a:t>
            </a:r>
          </a:p>
          <a:p>
            <a:pPr marL="1371600" lvl="3"/>
            <a:r>
              <a:rPr lang="en-US" altLang="zh-CN" sz="500"/>
              <a:t>DataFunctions.kerml</a:t>
            </a:r>
          </a:p>
          <a:p>
            <a:pPr marL="1371600" lvl="3"/>
            <a:r>
              <a:rPr lang="en-US" altLang="zh-CN" sz="500"/>
              <a:t>IntegerFunctions.kerml</a:t>
            </a:r>
          </a:p>
          <a:p>
            <a:pPr marL="1371600" lvl="3"/>
            <a:r>
              <a:rPr lang="en-US" altLang="zh-CN" sz="500"/>
              <a:t>NaturalFunctions.kerml</a:t>
            </a:r>
          </a:p>
          <a:p>
            <a:pPr marL="1371600" lvl="3"/>
            <a:r>
              <a:rPr lang="en-US" altLang="zh-CN" sz="500"/>
              <a:t>NumbericalFunctions.kerml</a:t>
            </a:r>
          </a:p>
          <a:p>
            <a:pPr marL="1371600" lvl="3"/>
            <a:r>
              <a:rPr lang="en-US" altLang="zh-CN" sz="500"/>
              <a:t>OccurrenceFunctions.kerml</a:t>
            </a:r>
          </a:p>
          <a:p>
            <a:pPr marL="1371600" lvl="3"/>
            <a:r>
              <a:rPr lang="en-US" altLang="zh-CN" sz="500"/>
              <a:t>RationalFunctions.kerml</a:t>
            </a:r>
          </a:p>
          <a:p>
            <a:pPr marL="1371600" lvl="3"/>
            <a:r>
              <a:rPr lang="en-US" altLang="zh-CN" sz="500"/>
              <a:t>RealFunctions.kerml</a:t>
            </a:r>
          </a:p>
          <a:p>
            <a:pPr marL="1371600" lvl="3"/>
            <a:r>
              <a:rPr lang="en-US" altLang="zh-CN" sz="500"/>
              <a:t>ScalarFunctions.kerml</a:t>
            </a:r>
          </a:p>
          <a:p>
            <a:pPr marL="1371600" lvl="3"/>
            <a:r>
              <a:rPr lang="en-US" altLang="zh-CN" sz="500"/>
              <a:t>SequenceFunctions.kerml</a:t>
            </a:r>
          </a:p>
          <a:p>
            <a:pPr marL="1371600" lvl="3"/>
            <a:r>
              <a:rPr lang="en-US" altLang="zh-CN" sz="500"/>
              <a:t>StringFunctions.kerml</a:t>
            </a:r>
          </a:p>
          <a:p>
            <a:pPr marL="1371600" lvl="3"/>
            <a:r>
              <a:rPr lang="en-US" altLang="zh-CN" sz="500"/>
              <a:t>TrigFunctions.kerml</a:t>
            </a:r>
          </a:p>
          <a:p>
            <a:pPr marL="1371600" lvl="3"/>
            <a:r>
              <a:rPr lang="en-US" altLang="zh-CN" sz="500"/>
              <a:t>VectorFunctions.kerml</a:t>
            </a:r>
          </a:p>
          <a:p>
            <a:pPr marL="457200" lvl="1"/>
            <a:endParaRPr lang="en-US" altLang="zh-CN" sz="5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66A3457-9C47-E7B2-1B44-5BC58C2CD98F}"/>
              </a:ext>
            </a:extLst>
          </p:cNvPr>
          <p:cNvSpPr txBox="1"/>
          <p:nvPr/>
        </p:nvSpPr>
        <p:spPr>
          <a:xfrm>
            <a:off x="4825715" y="468732"/>
            <a:ext cx="338906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/>
            <a:r>
              <a:rPr lang="en-US" altLang="zh-CN" sz="500"/>
              <a:t>Domain Libraries</a:t>
            </a:r>
          </a:p>
          <a:p>
            <a:pPr marL="914400" lvl="2"/>
            <a:r>
              <a:rPr lang="en-US" altLang="zh-CN" sz="500"/>
              <a:t>Analysis</a:t>
            </a:r>
          </a:p>
          <a:p>
            <a:pPr marL="1371600" lvl="3"/>
            <a:r>
              <a:rPr lang="en-US" altLang="zh-CN" sz="500"/>
              <a:t>AnalysisTooling.sysml</a:t>
            </a:r>
          </a:p>
          <a:p>
            <a:pPr marL="1371600" lvl="3"/>
            <a:r>
              <a:rPr lang="en-US" altLang="zh-CN" sz="500"/>
              <a:t>SampledFunctions.sysml</a:t>
            </a:r>
          </a:p>
          <a:p>
            <a:pPr marL="1371600" lvl="3"/>
            <a:r>
              <a:rPr lang="en-US" altLang="zh-CN" sz="500"/>
              <a:t>StateSpaceRepresentation.sysml</a:t>
            </a:r>
          </a:p>
          <a:p>
            <a:pPr marL="1371600" lvl="3"/>
            <a:r>
              <a:rPr lang="en-US" altLang="zh-CN" sz="500"/>
              <a:t>TradeStudies.sysml</a:t>
            </a:r>
          </a:p>
          <a:p>
            <a:pPr marL="914400" lvl="2"/>
            <a:r>
              <a:rPr lang="en-US" altLang="zh-CN" sz="500"/>
              <a:t>Cause and Effect</a:t>
            </a:r>
          </a:p>
          <a:p>
            <a:pPr marL="1371600" lvl="3"/>
            <a:r>
              <a:rPr lang="en-US" altLang="zh-CN" sz="500"/>
              <a:t>CausationConnections.sysml</a:t>
            </a:r>
          </a:p>
          <a:p>
            <a:pPr marL="1371600" lvl="3"/>
            <a:r>
              <a:rPr lang="en-US" altLang="zh-CN" sz="500"/>
              <a:t>CauseAndEffect.sysml</a:t>
            </a:r>
          </a:p>
          <a:p>
            <a:pPr marL="914400" lvl="2"/>
            <a:r>
              <a:rPr lang="en-US" altLang="zh-CN" sz="500"/>
              <a:t>Geometry</a:t>
            </a:r>
          </a:p>
          <a:p>
            <a:pPr marL="1371600" lvl="3"/>
            <a:r>
              <a:rPr lang="en-US" altLang="zh-CN" sz="500"/>
              <a:t>ShapeItems.sysml</a:t>
            </a:r>
          </a:p>
          <a:p>
            <a:pPr marL="1371600" lvl="3"/>
            <a:r>
              <a:rPr lang="en-US" altLang="zh-CN" sz="500"/>
              <a:t>SpatialItems.sysml</a:t>
            </a:r>
          </a:p>
          <a:p>
            <a:pPr marL="914400" lvl="2"/>
            <a:r>
              <a:rPr lang="en-US" altLang="zh-CN" sz="500"/>
              <a:t>Metadata</a:t>
            </a:r>
          </a:p>
          <a:p>
            <a:pPr marL="1371600" lvl="3"/>
            <a:r>
              <a:rPr lang="en-US" altLang="zh-CN" sz="500"/>
              <a:t>ImageMetadata.sysml</a:t>
            </a:r>
          </a:p>
          <a:p>
            <a:pPr marL="1371600" lvl="3"/>
            <a:r>
              <a:rPr lang="en-US" altLang="zh-CN" sz="500"/>
              <a:t>ModelingMetadata.sysml</a:t>
            </a:r>
          </a:p>
          <a:p>
            <a:pPr marL="1371600" lvl="3"/>
            <a:r>
              <a:rPr lang="en-US" altLang="zh-CN" sz="500"/>
              <a:t>ParameterOfInterestMetadata.sysml</a:t>
            </a:r>
          </a:p>
          <a:p>
            <a:pPr marL="1371600" lvl="3"/>
            <a:r>
              <a:rPr lang="en-US" altLang="zh-CN" sz="500"/>
              <a:t>RiskMetadata.sysml</a:t>
            </a:r>
          </a:p>
          <a:p>
            <a:pPr marL="914400" lvl="2"/>
            <a:r>
              <a:rPr lang="en-US" altLang="zh-CN" sz="500"/>
              <a:t>Quantities and Units</a:t>
            </a:r>
          </a:p>
          <a:p>
            <a:pPr marL="1371600" lvl="3"/>
            <a:r>
              <a:rPr lang="en-US" altLang="zh-CN" sz="500"/>
              <a:t>ISQ.sysml</a:t>
            </a:r>
          </a:p>
          <a:p>
            <a:pPr marL="1371600" lvl="3"/>
            <a:r>
              <a:rPr lang="en-US" altLang="zh-CN" sz="500"/>
              <a:t>ISQAcoustics.sysml</a:t>
            </a:r>
          </a:p>
          <a:p>
            <a:pPr marL="1371600" lvl="3"/>
            <a:r>
              <a:rPr lang="en-US" altLang="zh-CN" sz="500"/>
              <a:t>ISQAtomicNuclear.sysml</a:t>
            </a:r>
          </a:p>
          <a:p>
            <a:pPr marL="1371600" lvl="3"/>
            <a:r>
              <a:rPr lang="en-US" altLang="zh-CN" sz="500"/>
              <a:t>ISQBase.sysml</a:t>
            </a:r>
          </a:p>
          <a:p>
            <a:pPr marL="1371600" lvl="3"/>
            <a:r>
              <a:rPr lang="en-US" altLang="zh-CN" sz="500"/>
              <a:t>ISQCharacteristicNumbers.sysml</a:t>
            </a:r>
          </a:p>
          <a:p>
            <a:pPr marL="1371600" lvl="3"/>
            <a:r>
              <a:rPr lang="en-US" altLang="zh-CN" sz="500"/>
              <a:t>ISQChemistryMolecular.sysml</a:t>
            </a:r>
          </a:p>
          <a:p>
            <a:pPr marL="1371600" lvl="3"/>
            <a:r>
              <a:rPr lang="en-US" altLang="zh-CN" sz="500"/>
              <a:t>ISQCondensedMatter.sysml</a:t>
            </a:r>
          </a:p>
          <a:p>
            <a:pPr marL="1371600" lvl="3"/>
            <a:r>
              <a:rPr lang="en-US" altLang="zh-CN" sz="500"/>
              <a:t>ISQElectromagnetism.sysml</a:t>
            </a:r>
          </a:p>
          <a:p>
            <a:pPr marL="1371600" lvl="3"/>
            <a:r>
              <a:rPr lang="en-US" altLang="zh-CN" sz="500"/>
              <a:t>ISQInformation.sysml</a:t>
            </a:r>
          </a:p>
          <a:p>
            <a:pPr marL="1371600" lvl="3"/>
            <a:r>
              <a:rPr lang="en-US" altLang="zh-CN" sz="500"/>
              <a:t>ISQLight.sysml</a:t>
            </a:r>
          </a:p>
          <a:p>
            <a:pPr marL="1371600" lvl="3"/>
            <a:r>
              <a:rPr lang="en-US" altLang="zh-CN" sz="500"/>
              <a:t>ISQMechanics.sysml</a:t>
            </a:r>
          </a:p>
          <a:p>
            <a:pPr marL="1371600" lvl="3"/>
            <a:r>
              <a:rPr lang="en-US" altLang="zh-CN" sz="500"/>
              <a:t>ISQSpaceTime.sysml</a:t>
            </a:r>
          </a:p>
          <a:p>
            <a:pPr marL="1371600" lvl="3"/>
            <a:r>
              <a:rPr lang="en-US" altLang="zh-CN" sz="500"/>
              <a:t>ISQThermodynamtics.sysml</a:t>
            </a:r>
          </a:p>
          <a:p>
            <a:pPr marL="1371600" lvl="3"/>
            <a:r>
              <a:rPr lang="en-US" altLang="zh-CN" sz="500"/>
              <a:t>MeasurementRefCalculations.sysml</a:t>
            </a:r>
          </a:p>
          <a:p>
            <a:pPr marL="1371600" lvl="3"/>
            <a:r>
              <a:rPr lang="en-US" altLang="zh-CN" sz="500"/>
              <a:t>MeasurementReferences.sysml</a:t>
            </a:r>
          </a:p>
          <a:p>
            <a:pPr marL="1371600" lvl="3"/>
            <a:r>
              <a:rPr lang="en-US" altLang="zh-CN" sz="500"/>
              <a:t>Quantities.sysml</a:t>
            </a:r>
          </a:p>
          <a:p>
            <a:pPr marL="1371600" lvl="3"/>
            <a:r>
              <a:rPr lang="en-US" altLang="zh-CN" sz="500"/>
              <a:t>QuantityCalculations.sysml</a:t>
            </a:r>
          </a:p>
          <a:p>
            <a:pPr marL="1371600" lvl="3"/>
            <a:r>
              <a:rPr lang="en-US" altLang="zh-CN" sz="500"/>
              <a:t>SI.sysml</a:t>
            </a:r>
          </a:p>
          <a:p>
            <a:pPr marL="1371600" lvl="3"/>
            <a:r>
              <a:rPr lang="en-US" altLang="zh-CN" sz="500"/>
              <a:t>SIPrefixes.sysml</a:t>
            </a:r>
          </a:p>
          <a:p>
            <a:pPr marL="1371600" lvl="3"/>
            <a:r>
              <a:rPr lang="en-US" altLang="zh-CN" sz="500"/>
              <a:t>TensorCalculations.sysml</a:t>
            </a:r>
          </a:p>
          <a:p>
            <a:pPr marL="1371600" lvl="3"/>
            <a:r>
              <a:rPr lang="en-US" altLang="zh-CN" sz="500"/>
              <a:t>Time.sysml</a:t>
            </a:r>
          </a:p>
          <a:p>
            <a:pPr marL="1371600" lvl="3"/>
            <a:r>
              <a:rPr lang="en-US" altLang="zh-CN" sz="500"/>
              <a:t>USCustomaryUnits.sysml</a:t>
            </a:r>
          </a:p>
          <a:p>
            <a:pPr marL="1371600" lvl="3"/>
            <a:r>
              <a:rPr lang="en-US" altLang="zh-CN" sz="500"/>
              <a:t>VectorCalculations.sysml</a:t>
            </a:r>
          </a:p>
          <a:p>
            <a:pPr marL="914400" lvl="2"/>
            <a:r>
              <a:rPr lang="en-US" altLang="zh-CN" sz="500"/>
              <a:t>Requriement Derivation</a:t>
            </a:r>
          </a:p>
          <a:p>
            <a:pPr marL="1371600" lvl="3"/>
            <a:r>
              <a:rPr lang="en-US" altLang="zh-CN" sz="500"/>
              <a:t>DericationConnections.sysml</a:t>
            </a:r>
          </a:p>
          <a:p>
            <a:pPr marL="1371600" lvl="3"/>
            <a:r>
              <a:rPr lang="en-US" altLang="zh-CN" sz="500"/>
              <a:t>RequirementDerivation.sysml</a:t>
            </a:r>
            <a:endParaRPr lang="zh-CN" altLang="en-US" sz="50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B5EDF9-3678-EA62-462C-79218E50C5F3}"/>
              </a:ext>
            </a:extLst>
          </p:cNvPr>
          <p:cNvSpPr txBox="1"/>
          <p:nvPr/>
        </p:nvSpPr>
        <p:spPr>
          <a:xfrm>
            <a:off x="5378780" y="4507531"/>
            <a:ext cx="283599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/>
            <a:r>
              <a:rPr lang="en-US" altLang="zh-CN" sz="500"/>
              <a:t>Systems Library</a:t>
            </a:r>
          </a:p>
          <a:p>
            <a:pPr marL="914400" lvl="2"/>
            <a:r>
              <a:rPr lang="en-US" altLang="zh-CN" sz="500"/>
              <a:t>Systems Library</a:t>
            </a:r>
          </a:p>
          <a:p>
            <a:pPr marL="1371600" lvl="3"/>
            <a:r>
              <a:rPr lang="en-US" altLang="zh-CN" sz="500"/>
              <a:t>Actions.sysml</a:t>
            </a:r>
          </a:p>
          <a:p>
            <a:pPr marL="1371600" lvl="3"/>
            <a:r>
              <a:rPr lang="en-US" altLang="zh-CN" sz="500"/>
              <a:t>Allocations.sysml</a:t>
            </a:r>
          </a:p>
          <a:p>
            <a:pPr marL="1371600" lvl="3"/>
            <a:r>
              <a:rPr lang="en-US" altLang="zh-CN" sz="500"/>
              <a:t>AnalysisCases.sysml</a:t>
            </a:r>
          </a:p>
          <a:p>
            <a:pPr marL="1371600" lvl="3"/>
            <a:r>
              <a:rPr lang="en-US" altLang="zh-CN" sz="500"/>
              <a:t>Attributes.sysml</a:t>
            </a:r>
          </a:p>
          <a:p>
            <a:pPr marL="1371600" lvl="3"/>
            <a:r>
              <a:rPr lang="en-US" altLang="zh-CN" sz="500"/>
              <a:t>Calculations.sysml</a:t>
            </a:r>
          </a:p>
          <a:p>
            <a:pPr marL="1371600" lvl="3"/>
            <a:r>
              <a:rPr lang="en-US" altLang="zh-CN" sz="500"/>
              <a:t>Cases.sysml</a:t>
            </a:r>
          </a:p>
          <a:p>
            <a:pPr marL="1371600" lvl="3"/>
            <a:r>
              <a:rPr lang="en-US" altLang="zh-CN" sz="500"/>
              <a:t>Connections.sysml</a:t>
            </a:r>
          </a:p>
          <a:p>
            <a:pPr marL="1371600" lvl="3"/>
            <a:r>
              <a:rPr lang="en-US" altLang="zh-CN" sz="500"/>
              <a:t>Constraints.sysml</a:t>
            </a:r>
          </a:p>
          <a:p>
            <a:pPr marL="1371600" lvl="3"/>
            <a:r>
              <a:rPr lang="en-US" altLang="zh-CN" sz="500"/>
              <a:t>Interfaces.sysml</a:t>
            </a:r>
          </a:p>
          <a:p>
            <a:pPr marL="1371600" lvl="3"/>
            <a:r>
              <a:rPr lang="en-US" altLang="zh-CN" sz="500"/>
              <a:t>Items.sysml</a:t>
            </a:r>
          </a:p>
          <a:p>
            <a:pPr marL="1371600" lvl="3"/>
            <a:r>
              <a:rPr lang="en-US" altLang="zh-CN" sz="500"/>
              <a:t>Metadata.sysml</a:t>
            </a:r>
          </a:p>
          <a:p>
            <a:pPr marL="1371600" lvl="3"/>
            <a:r>
              <a:rPr lang="en-US" altLang="zh-CN" sz="500"/>
              <a:t>Parts.sysml</a:t>
            </a:r>
          </a:p>
          <a:p>
            <a:pPr marL="1371600" lvl="3"/>
            <a:r>
              <a:rPr lang="en-US" altLang="zh-CN" sz="500"/>
              <a:t>Ports.sysml</a:t>
            </a:r>
          </a:p>
          <a:p>
            <a:pPr marL="1371600" lvl="3"/>
            <a:r>
              <a:rPr lang="en-US" altLang="zh-CN" sz="500"/>
              <a:t>Requirements.sysml</a:t>
            </a:r>
          </a:p>
          <a:p>
            <a:pPr marL="1371600" lvl="3"/>
            <a:r>
              <a:rPr lang="en-US" altLang="zh-CN" sz="500"/>
              <a:t>StandardViewDefinitions.sysml</a:t>
            </a:r>
          </a:p>
          <a:p>
            <a:pPr marL="1371600" lvl="3"/>
            <a:r>
              <a:rPr lang="en-US" altLang="zh-CN" sz="500"/>
              <a:t>States.sysml</a:t>
            </a:r>
          </a:p>
          <a:p>
            <a:pPr marL="1371600" lvl="3"/>
            <a:r>
              <a:rPr lang="en-US" altLang="zh-CN" sz="500"/>
              <a:t>SysML.sysml</a:t>
            </a:r>
          </a:p>
          <a:p>
            <a:pPr marL="1371600" lvl="3"/>
            <a:r>
              <a:rPr lang="en-US" altLang="zh-CN" sz="500"/>
              <a:t>UseCases.sysml</a:t>
            </a:r>
          </a:p>
          <a:p>
            <a:pPr marL="1371600" lvl="3"/>
            <a:r>
              <a:rPr lang="en-US" altLang="zh-CN" sz="500"/>
              <a:t>Verifications.sysml</a:t>
            </a:r>
          </a:p>
          <a:p>
            <a:pPr marL="1371600" lvl="3"/>
            <a:r>
              <a:rPr lang="en-US" altLang="zh-CN" sz="500"/>
              <a:t>Views.sysml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4F1E87F-2DC8-31E1-DD7C-E3BCEA4BFF09}"/>
              </a:ext>
            </a:extLst>
          </p:cNvPr>
          <p:cNvSpPr/>
          <p:nvPr/>
        </p:nvSpPr>
        <p:spPr>
          <a:xfrm>
            <a:off x="1472828" y="1902392"/>
            <a:ext cx="1069733" cy="213901"/>
          </a:xfrm>
          <a:prstGeom prst="rect">
            <a:avLst/>
          </a:prstGeom>
          <a:solidFill>
            <a:schemeClr val="bg1"/>
          </a:solidFill>
          <a:ln w="19050">
            <a:solidFill>
              <a:srgbClr val="ECBF8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Abadi" panose="020B0604020104020204" pitchFamily="34" charset="0"/>
              </a:rPr>
              <a:t>Base.sysml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39C3E09-5266-43F0-730E-F64DE7170203}"/>
              </a:ext>
            </a:extLst>
          </p:cNvPr>
          <p:cNvSpPr/>
          <p:nvPr/>
        </p:nvSpPr>
        <p:spPr>
          <a:xfrm>
            <a:off x="1472828" y="1497598"/>
            <a:ext cx="1597244" cy="213901"/>
          </a:xfrm>
          <a:prstGeom prst="rect">
            <a:avLst/>
          </a:prstGeom>
          <a:solidFill>
            <a:schemeClr val="bg1"/>
          </a:solidFill>
          <a:ln w="19050">
            <a:solidFill>
              <a:srgbClr val="AEEC8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Abadi" panose="020B0604020104020204" pitchFamily="34" charset="0"/>
              </a:rPr>
              <a:t>ScalarValues.kerml</a:t>
            </a:r>
          </a:p>
        </p:txBody>
      </p:sp>
    </p:spTree>
    <p:extLst>
      <p:ext uri="{BB962C8B-B14F-4D97-AF65-F5344CB8AC3E}">
        <p14:creationId xmlns:p14="http://schemas.microsoft.com/office/powerpoint/2010/main" val="383575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4970-CAED-5FAE-9AD0-C98473C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7AD57A1A-3600-0743-0473-C9CFF1065D40}"/>
              </a:ext>
            </a:extLst>
          </p:cNvPr>
          <p:cNvSpPr txBox="1"/>
          <p:nvPr/>
        </p:nvSpPr>
        <p:spPr>
          <a:xfrm>
            <a:off x="156605" y="1071111"/>
            <a:ext cx="3502023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sz="500"/>
              <a:t>SysML.library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500"/>
              <a:t>Kernel Libraries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Kernel Semantic Library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Base.kerml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Clocks.kerml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ControlPerformances.kerml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FeatureReferencingPerformances.kerml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KerML.kerml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Links.kerml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Metaobjects.kerml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Objects.kerml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Observation.kerml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Occurrences.kerml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Performances.kerml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SpatialFrames.kerml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StatePerformances.kerml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Transfers.kerml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TransitionPerformances.kerml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Triggers.kerml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Kernel Data Type Library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ScalarValues.kerml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Collections.kerml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VectorValues.kerml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Kernel Function Library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BaseFunctions.kerml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BooleanFunctions.kerml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CollectionFunctions.kerml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ComplexFunctions.kerml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ControlFunctions.kerml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DataFunctions.kerml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IntegerFunctions.kerml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NaturalFunctions.kerml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NumbericalFunctions.kerml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OccurrenceFunctions.kerml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RationalFunctions.kerml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RealFunctions.kerml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ScalarFunctions.kerml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SequenceFunctions.kerml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StringFunctions.kerml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TrigFunctions.kerml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VectorFunctions.kerml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 sz="5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BE24A62-F6D8-B71F-FA25-697449353D94}"/>
              </a:ext>
            </a:extLst>
          </p:cNvPr>
          <p:cNvSpPr txBox="1"/>
          <p:nvPr/>
        </p:nvSpPr>
        <p:spPr>
          <a:xfrm>
            <a:off x="5761202" y="1071111"/>
            <a:ext cx="338906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500"/>
              <a:t>Domain Libraries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Analysis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AnalysisTooling.sysml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SampledFunctions.sysml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StateSpaceRepresentation.sysml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TradeStudies.sysml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Cause and Effect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CausationConnections.sysml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CauseAndEffect.sysml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Geometry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ShapeItems.sysml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SpatialItems.sysml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Metadata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ImageMetadata.sysml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ModelingMetadata.sysml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ParameterOfInterestMetadata.sysml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RiskMetadata.sysml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Quantities and Units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ISQAcoustics.sysml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ISQAtomicNuclear.sysml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ISQBase.sysml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ISQCharacteristicNumbers.sysml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ISQChemistryMolecular.sysml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ISQCondensedMatter.sysml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ISQElectromagnetism.sysml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ISQInformation.sysml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ISQLight.sysml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ISQMechanics.sysml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ISQSpaceTime.sysml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ISQThermodynamtics.sysml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MeasurementRefCalculations.sysml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MeasurementReferences.sysml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Quantities.sysml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QuantityCalculations.sysml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SI.sysml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SIPrefixes.sysml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TensorCalculations.sysml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Time.sysml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USCustomaryUnits.sysml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VectorCalculations.sysml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Requriement Derivation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DericationConnections.sysml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RequirementDerivation.sysml</a:t>
            </a:r>
            <a:endParaRPr lang="zh-CN" altLang="en-US" sz="50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6961C60-6BA0-F838-E434-43CDC176582E}"/>
              </a:ext>
            </a:extLst>
          </p:cNvPr>
          <p:cNvSpPr txBox="1"/>
          <p:nvPr/>
        </p:nvSpPr>
        <p:spPr>
          <a:xfrm>
            <a:off x="2763915" y="1071111"/>
            <a:ext cx="283599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500"/>
              <a:t>Systems Library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zh-CN" sz="500"/>
              <a:t>Systems Library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Actions.sysml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Allocations.sysml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AnalysisCases.sysml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Attributes.sysml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Calculations.sysml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Cases.sysml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Connections.sysml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Constraints.sysml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Interfaces.sysml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Items.sysml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Metadata.sysml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Parts.sysml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Ports.sysml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Requirements.sysml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StandardViewDefinitions.sysml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States.sysml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SysML.sysml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UseCases.sysml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Verifications.sysml</a:t>
            </a:r>
          </a:p>
          <a:p>
            <a:pPr marL="1600200" lvl="3" indent="-228600">
              <a:buFont typeface="Arial" panose="020B0604020202020204" pitchFamily="34" charset="0"/>
              <a:buChar char="•"/>
            </a:pPr>
            <a:r>
              <a:rPr lang="en-US" altLang="zh-CN" sz="500"/>
              <a:t>Views.sysml</a:t>
            </a:r>
          </a:p>
        </p:txBody>
      </p:sp>
    </p:spTree>
    <p:extLst>
      <p:ext uri="{BB962C8B-B14F-4D97-AF65-F5344CB8AC3E}">
        <p14:creationId xmlns:p14="http://schemas.microsoft.com/office/powerpoint/2010/main" val="1817385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3161</TotalTime>
  <Words>780</Words>
  <Application>Microsoft Office PowerPoint</Application>
  <PresentationFormat>A4 纸张(210x297 毫米)</PresentationFormat>
  <Paragraphs>274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等线</vt:lpstr>
      <vt:lpstr>Abadi</vt:lpstr>
      <vt:lpstr>Arial</vt:lpstr>
      <vt:lpstr>Calibri</vt:lpstr>
      <vt:lpstr>Calibri Light</vt:lpstr>
      <vt:lpstr>Consolas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Ruizhe Yang</dc:creator>
  <cp:lastModifiedBy>Ruizhe Yang</cp:lastModifiedBy>
  <cp:revision>362</cp:revision>
  <cp:lastPrinted>2024-12-03T02:16:33Z</cp:lastPrinted>
  <dcterms:created xsi:type="dcterms:W3CDTF">2024-04-14T07:29:19Z</dcterms:created>
  <dcterms:modified xsi:type="dcterms:W3CDTF">2025-12-30T13:55:57Z</dcterms:modified>
</cp:coreProperties>
</file>